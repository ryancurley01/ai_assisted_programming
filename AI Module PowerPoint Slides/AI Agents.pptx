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7" r:id="rId3"/>
    <p:sldId id="258" r:id="rId4"/>
    <p:sldId id="278" r:id="rId5"/>
    <p:sldId id="260" r:id="rId6"/>
    <p:sldId id="268" r:id="rId7"/>
    <p:sldId id="280" r:id="rId8"/>
    <p:sldId id="276" r:id="rId9"/>
    <p:sldId id="262" r:id="rId10"/>
    <p:sldId id="261" r:id="rId11"/>
    <p:sldId id="264" r:id="rId12"/>
    <p:sldId id="277" r:id="rId13"/>
    <p:sldId id="269" r:id="rId14"/>
    <p:sldId id="263" r:id="rId15"/>
    <p:sldId id="266" r:id="rId16"/>
    <p:sldId id="279" r:id="rId17"/>
    <p:sldId id="267" r:id="rId18"/>
    <p:sldId id="270" r:id="rId19"/>
    <p:sldId id="271" r:id="rId20"/>
    <p:sldId id="272" r:id="rId21"/>
    <p:sldId id="273" r:id="rId22"/>
    <p:sldId id="274" r:id="rId23"/>
    <p:sldId id="27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091675-4B50-4F4B-8F90-D81BD6DAAC11}" v="450" dt="2025-10-22T10:47:04.8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 Cregg" userId="a4417ebc-d1f9-4266-8a6c-2c7f21bbea7f" providerId="ADAL" clId="{AF643C40-E432-453B-92F5-60AF84F2336E}"/>
    <pc:docChg chg="addSld modSld">
      <pc:chgData name="Daniel Cregg" userId="a4417ebc-d1f9-4266-8a6c-2c7f21bbea7f" providerId="ADAL" clId="{AF643C40-E432-453B-92F5-60AF84F2336E}" dt="2025-10-09T21:24:34.582" v="83" actId="6549"/>
      <pc:docMkLst>
        <pc:docMk/>
      </pc:docMkLst>
      <pc:sldChg chg="modSp new mod">
        <pc:chgData name="Daniel Cregg" userId="a4417ebc-d1f9-4266-8a6c-2c7f21bbea7f" providerId="ADAL" clId="{AF643C40-E432-453B-92F5-60AF84F2336E}" dt="2025-10-09T21:24:11.088" v="47" actId="20577"/>
        <pc:sldMkLst>
          <pc:docMk/>
          <pc:sldMk cId="3497088910" sldId="256"/>
        </pc:sldMkLst>
      </pc:sldChg>
      <pc:sldChg chg="modSp new mod">
        <pc:chgData name="Daniel Cregg" userId="a4417ebc-d1f9-4266-8a6c-2c7f21bbea7f" providerId="ADAL" clId="{AF643C40-E432-453B-92F5-60AF84F2336E}" dt="2025-10-09T21:24:34.582" v="83" actId="6549"/>
        <pc:sldMkLst>
          <pc:docMk/>
          <pc:sldMk cId="1135524420" sldId="257"/>
        </pc:sldMkLst>
      </pc:sldChg>
    </pc:docChg>
  </pc:docChgLst>
  <pc:docChgLst>
    <pc:chgData name="Daniel Cregg" userId="a4417ebc-d1f9-4266-8a6c-2c7f21bbea7f" providerId="ADAL" clId="{B41FF6A5-8EE3-453F-9467-07EDEFDD4E20}"/>
    <pc:docChg chg="undo custSel addSld delSld modSld sldOrd">
      <pc:chgData name="Daniel Cregg" userId="a4417ebc-d1f9-4266-8a6c-2c7f21bbea7f" providerId="ADAL" clId="{B41FF6A5-8EE3-453F-9467-07EDEFDD4E20}" dt="2025-10-22T10:47:04.808" v="761"/>
      <pc:docMkLst>
        <pc:docMk/>
      </pc:docMkLst>
      <pc:sldChg chg="modSp mod">
        <pc:chgData name="Daniel Cregg" userId="a4417ebc-d1f9-4266-8a6c-2c7f21bbea7f" providerId="ADAL" clId="{B41FF6A5-8EE3-453F-9467-07EDEFDD4E20}" dt="2025-10-18T22:26:21.316" v="42" actId="20577"/>
        <pc:sldMkLst>
          <pc:docMk/>
          <pc:sldMk cId="0" sldId="256"/>
        </pc:sldMkLst>
        <pc:spChg chg="mod">
          <ac:chgData name="Daniel Cregg" userId="a4417ebc-d1f9-4266-8a6c-2c7f21bbea7f" providerId="ADAL" clId="{B41FF6A5-8EE3-453F-9467-07EDEFDD4E20}" dt="2025-10-18T22:26:21.316" v="42" actId="20577"/>
          <ac:spMkLst>
            <pc:docMk/>
            <pc:sldMk cId="0" sldId="256"/>
            <ac:spMk id="2" creationId="{00000000-0000-0000-0000-000000000000}"/>
          </ac:spMkLst>
        </pc:spChg>
        <pc:spChg chg="mod">
          <ac:chgData name="Daniel Cregg" userId="a4417ebc-d1f9-4266-8a6c-2c7f21bbea7f" providerId="ADAL" clId="{B41FF6A5-8EE3-453F-9467-07EDEFDD4E20}" dt="2025-10-18T22:26:18.889" v="38"/>
          <ac:spMkLst>
            <pc:docMk/>
            <pc:sldMk cId="0" sldId="256"/>
            <ac:spMk id="3" creationId="{00000000-0000-0000-0000-000000000000}"/>
          </ac:spMkLst>
        </pc:spChg>
      </pc:sldChg>
      <pc:sldChg chg="modSp modAnim">
        <pc:chgData name="Daniel Cregg" userId="a4417ebc-d1f9-4266-8a6c-2c7f21bbea7f" providerId="ADAL" clId="{B41FF6A5-8EE3-453F-9467-07EDEFDD4E20}" dt="2025-10-22T10:40:48.788" v="694" actId="20577"/>
        <pc:sldMkLst>
          <pc:docMk/>
          <pc:sldMk cId="0" sldId="257"/>
        </pc:sldMkLst>
        <pc:spChg chg="mod">
          <ac:chgData name="Daniel Cregg" userId="a4417ebc-d1f9-4266-8a6c-2c7f21bbea7f" providerId="ADAL" clId="{B41FF6A5-8EE3-453F-9467-07EDEFDD4E20}" dt="2025-10-22T10:40:48.788" v="694" actId="20577"/>
          <ac:spMkLst>
            <pc:docMk/>
            <pc:sldMk cId="0" sldId="257"/>
            <ac:spMk id="3" creationId="{00000000-0000-0000-0000-000000000000}"/>
          </ac:spMkLst>
        </pc:spChg>
      </pc:sldChg>
      <pc:sldChg chg="modSp mod modAnim">
        <pc:chgData name="Daniel Cregg" userId="a4417ebc-d1f9-4266-8a6c-2c7f21bbea7f" providerId="ADAL" clId="{B41FF6A5-8EE3-453F-9467-07EDEFDD4E20}" dt="2025-10-21T10:12:13.117" v="450" actId="20577"/>
        <pc:sldMkLst>
          <pc:docMk/>
          <pc:sldMk cId="0" sldId="258"/>
        </pc:sldMkLst>
        <pc:spChg chg="mod">
          <ac:chgData name="Daniel Cregg" userId="a4417ebc-d1f9-4266-8a6c-2c7f21bbea7f" providerId="ADAL" clId="{B41FF6A5-8EE3-453F-9467-07EDEFDD4E20}" dt="2025-10-21T10:12:13.117" v="450" actId="20577"/>
          <ac:spMkLst>
            <pc:docMk/>
            <pc:sldMk cId="0" sldId="258"/>
            <ac:spMk id="3" creationId="{00000000-0000-0000-0000-000000000000}"/>
          </ac:spMkLst>
        </pc:spChg>
      </pc:sldChg>
      <pc:sldChg chg="modSp mod ord modAnim">
        <pc:chgData name="Daniel Cregg" userId="a4417ebc-d1f9-4266-8a6c-2c7f21bbea7f" providerId="ADAL" clId="{B41FF6A5-8EE3-453F-9467-07EDEFDD4E20}" dt="2025-10-21T10:13:32.957" v="452"/>
        <pc:sldMkLst>
          <pc:docMk/>
          <pc:sldMk cId="0" sldId="259"/>
        </pc:sldMkLst>
      </pc:sldChg>
      <pc:sldChg chg="ord modAnim">
        <pc:chgData name="Daniel Cregg" userId="a4417ebc-d1f9-4266-8a6c-2c7f21bbea7f" providerId="ADAL" clId="{B41FF6A5-8EE3-453F-9467-07EDEFDD4E20}" dt="2025-10-22T10:36:46.410" v="642"/>
        <pc:sldMkLst>
          <pc:docMk/>
          <pc:sldMk cId="0" sldId="260"/>
        </pc:sldMkLst>
      </pc:sldChg>
      <pc:sldChg chg="modSp mod modAnim">
        <pc:chgData name="Daniel Cregg" userId="a4417ebc-d1f9-4266-8a6c-2c7f21bbea7f" providerId="ADAL" clId="{B41FF6A5-8EE3-453F-9467-07EDEFDD4E20}" dt="2025-10-19T21:52:41.205" v="126"/>
        <pc:sldMkLst>
          <pc:docMk/>
          <pc:sldMk cId="0" sldId="261"/>
        </pc:sldMkLst>
        <pc:spChg chg="mod">
          <ac:chgData name="Daniel Cregg" userId="a4417ebc-d1f9-4266-8a6c-2c7f21bbea7f" providerId="ADAL" clId="{B41FF6A5-8EE3-453F-9467-07EDEFDD4E20}" dt="2025-10-19T21:52:38.586" v="125" actId="113"/>
          <ac:spMkLst>
            <pc:docMk/>
            <pc:sldMk cId="0" sldId="261"/>
            <ac:spMk id="3" creationId="{00000000-0000-0000-0000-000000000000}"/>
          </ac:spMkLst>
        </pc:spChg>
      </pc:sldChg>
      <pc:sldChg chg="modSp mod ord modAnim">
        <pc:chgData name="Daniel Cregg" userId="a4417ebc-d1f9-4266-8a6c-2c7f21bbea7f" providerId="ADAL" clId="{B41FF6A5-8EE3-453F-9467-07EDEFDD4E20}" dt="2025-10-21T10:17:30.650" v="457"/>
        <pc:sldMkLst>
          <pc:docMk/>
          <pc:sldMk cId="0" sldId="262"/>
        </pc:sldMkLst>
        <pc:spChg chg="mod">
          <ac:chgData name="Daniel Cregg" userId="a4417ebc-d1f9-4266-8a6c-2c7f21bbea7f" providerId="ADAL" clId="{B41FF6A5-8EE3-453F-9467-07EDEFDD4E20}" dt="2025-10-19T21:57:19.758" v="143" actId="113"/>
          <ac:spMkLst>
            <pc:docMk/>
            <pc:sldMk cId="0" sldId="262"/>
            <ac:spMk id="3" creationId="{00000000-0000-0000-0000-000000000000}"/>
          </ac:spMkLst>
        </pc:spChg>
      </pc:sldChg>
      <pc:sldChg chg="addSp delSp modSp new mod modAnim">
        <pc:chgData name="Daniel Cregg" userId="a4417ebc-d1f9-4266-8a6c-2c7f21bbea7f" providerId="ADAL" clId="{B41FF6A5-8EE3-453F-9467-07EDEFDD4E20}" dt="2025-10-19T22:25:27.893" v="204" actId="1076"/>
        <pc:sldMkLst>
          <pc:docMk/>
          <pc:sldMk cId="1513395536" sldId="263"/>
        </pc:sldMkLst>
        <pc:spChg chg="mod">
          <ac:chgData name="Daniel Cregg" userId="a4417ebc-d1f9-4266-8a6c-2c7f21bbea7f" providerId="ADAL" clId="{B41FF6A5-8EE3-453F-9467-07EDEFDD4E20}" dt="2025-10-19T21:59:36.101" v="145"/>
          <ac:spMkLst>
            <pc:docMk/>
            <pc:sldMk cId="1513395536" sldId="263"/>
            <ac:spMk id="2" creationId="{5FE363CD-39AB-D956-234B-FB641862EFF0}"/>
          </ac:spMkLst>
        </pc:spChg>
        <pc:spChg chg="mod">
          <ac:chgData name="Daniel Cregg" userId="a4417ebc-d1f9-4266-8a6c-2c7f21bbea7f" providerId="ADAL" clId="{B41FF6A5-8EE3-453F-9467-07EDEFDD4E20}" dt="2025-10-19T22:13:13.445" v="196" actId="27636"/>
          <ac:spMkLst>
            <pc:docMk/>
            <pc:sldMk cId="1513395536" sldId="263"/>
            <ac:spMk id="3" creationId="{B31BD2C3-A554-0214-2040-04B4A84F064C}"/>
          </ac:spMkLst>
        </pc:spChg>
        <pc:picChg chg="add mod">
          <ac:chgData name="Daniel Cregg" userId="a4417ebc-d1f9-4266-8a6c-2c7f21bbea7f" providerId="ADAL" clId="{B41FF6A5-8EE3-453F-9467-07EDEFDD4E20}" dt="2025-10-19T22:25:27.893" v="204" actId="1076"/>
          <ac:picMkLst>
            <pc:docMk/>
            <pc:sldMk cId="1513395536" sldId="263"/>
            <ac:picMk id="5" creationId="{335FC270-F35A-D902-C8B3-F93064A89812}"/>
          </ac:picMkLst>
        </pc:picChg>
      </pc:sldChg>
      <pc:sldChg chg="addSp modSp new mod">
        <pc:chgData name="Daniel Cregg" userId="a4417ebc-d1f9-4266-8a6c-2c7f21bbea7f" providerId="ADAL" clId="{B41FF6A5-8EE3-453F-9467-07EDEFDD4E20}" dt="2025-10-19T21:54:35.176" v="138" actId="1076"/>
        <pc:sldMkLst>
          <pc:docMk/>
          <pc:sldMk cId="2500087334" sldId="264"/>
        </pc:sldMkLst>
        <pc:spChg chg="mod">
          <ac:chgData name="Daniel Cregg" userId="a4417ebc-d1f9-4266-8a6c-2c7f21bbea7f" providerId="ADAL" clId="{B41FF6A5-8EE3-453F-9467-07EDEFDD4E20}" dt="2025-10-19T21:54:31.970" v="137" actId="255"/>
          <ac:spMkLst>
            <pc:docMk/>
            <pc:sldMk cId="2500087334" sldId="264"/>
            <ac:spMk id="2" creationId="{2E62C354-0908-0D9B-EB84-9074D8DFFB8E}"/>
          </ac:spMkLst>
        </pc:spChg>
        <pc:picChg chg="add mod">
          <ac:chgData name="Daniel Cregg" userId="a4417ebc-d1f9-4266-8a6c-2c7f21bbea7f" providerId="ADAL" clId="{B41FF6A5-8EE3-453F-9467-07EDEFDD4E20}" dt="2025-10-19T21:54:35.176" v="138" actId="1076"/>
          <ac:picMkLst>
            <pc:docMk/>
            <pc:sldMk cId="2500087334" sldId="264"/>
            <ac:picMk id="1026" creationId="{7BF509BB-1FA3-DF77-899B-F1023997DC54}"/>
          </ac:picMkLst>
        </pc:picChg>
      </pc:sldChg>
      <pc:sldChg chg="addSp delSp modSp new del mod">
        <pc:chgData name="Daniel Cregg" userId="a4417ebc-d1f9-4266-8a6c-2c7f21bbea7f" providerId="ADAL" clId="{B41FF6A5-8EE3-453F-9467-07EDEFDD4E20}" dt="2025-10-21T09:58:11.457" v="224" actId="47"/>
        <pc:sldMkLst>
          <pc:docMk/>
          <pc:sldMk cId="1944217482" sldId="265"/>
        </pc:sldMkLst>
        <pc:spChg chg="mod">
          <ac:chgData name="Daniel Cregg" userId="a4417ebc-d1f9-4266-8a6c-2c7f21bbea7f" providerId="ADAL" clId="{B41FF6A5-8EE3-453F-9467-07EDEFDD4E20}" dt="2025-10-21T09:56:08.954" v="208" actId="255"/>
          <ac:spMkLst>
            <pc:docMk/>
            <pc:sldMk cId="1944217482" sldId="265"/>
            <ac:spMk id="2" creationId="{7E91410A-F8FD-D34B-4FA1-38AD1303A651}"/>
          </ac:spMkLst>
        </pc:spChg>
        <pc:spChg chg="del">
          <ac:chgData name="Daniel Cregg" userId="a4417ebc-d1f9-4266-8a6c-2c7f21bbea7f" providerId="ADAL" clId="{B41FF6A5-8EE3-453F-9467-07EDEFDD4E20}" dt="2025-10-21T09:55:46.308" v="206"/>
          <ac:spMkLst>
            <pc:docMk/>
            <pc:sldMk cId="1944217482" sldId="265"/>
            <ac:spMk id="3" creationId="{FB2D84C7-BA00-5C5E-75CD-FC69C7BB6753}"/>
          </ac:spMkLst>
        </pc:spChg>
        <pc:picChg chg="add mod">
          <ac:chgData name="Daniel Cregg" userId="a4417ebc-d1f9-4266-8a6c-2c7f21bbea7f" providerId="ADAL" clId="{B41FF6A5-8EE3-453F-9467-07EDEFDD4E20}" dt="2025-10-21T09:56:54.588" v="212" actId="1076"/>
          <ac:picMkLst>
            <pc:docMk/>
            <pc:sldMk cId="1944217482" sldId="265"/>
            <ac:picMk id="5" creationId="{0101BC53-DDC4-9C94-0EFD-4ED2CFDBF269}"/>
          </ac:picMkLst>
        </pc:picChg>
      </pc:sldChg>
      <pc:sldChg chg="addSp modSp new mod">
        <pc:chgData name="Daniel Cregg" userId="a4417ebc-d1f9-4266-8a6c-2c7f21bbea7f" providerId="ADAL" clId="{B41FF6A5-8EE3-453F-9467-07EDEFDD4E20}" dt="2025-10-21T10:00:20.886" v="251" actId="1076"/>
        <pc:sldMkLst>
          <pc:docMk/>
          <pc:sldMk cId="2002529756" sldId="266"/>
        </pc:sldMkLst>
        <pc:spChg chg="mod">
          <ac:chgData name="Daniel Cregg" userId="a4417ebc-d1f9-4266-8a6c-2c7f21bbea7f" providerId="ADAL" clId="{B41FF6A5-8EE3-453F-9467-07EDEFDD4E20}" dt="2025-10-21T09:58:04.346" v="223" actId="255"/>
          <ac:spMkLst>
            <pc:docMk/>
            <pc:sldMk cId="2002529756" sldId="266"/>
            <ac:spMk id="2" creationId="{D048028E-9E5B-C299-F14E-E2FC51463E70}"/>
          </ac:spMkLst>
        </pc:spChg>
        <pc:spChg chg="mod">
          <ac:chgData name="Daniel Cregg" userId="a4417ebc-d1f9-4266-8a6c-2c7f21bbea7f" providerId="ADAL" clId="{B41FF6A5-8EE3-453F-9467-07EDEFDD4E20}" dt="2025-10-21T10:00:11.736" v="249" actId="27636"/>
          <ac:spMkLst>
            <pc:docMk/>
            <pc:sldMk cId="2002529756" sldId="266"/>
            <ac:spMk id="3" creationId="{389E2A23-765F-64A0-5164-AF6B399D6535}"/>
          </ac:spMkLst>
        </pc:spChg>
        <pc:picChg chg="add mod">
          <ac:chgData name="Daniel Cregg" userId="a4417ebc-d1f9-4266-8a6c-2c7f21bbea7f" providerId="ADAL" clId="{B41FF6A5-8EE3-453F-9467-07EDEFDD4E20}" dt="2025-10-21T10:00:20.886" v="251" actId="1076"/>
          <ac:picMkLst>
            <pc:docMk/>
            <pc:sldMk cId="2002529756" sldId="266"/>
            <ac:picMk id="4" creationId="{C6E43CAC-693F-401D-4B44-E7A474D74429}"/>
          </ac:picMkLst>
        </pc:picChg>
      </pc:sldChg>
      <pc:sldChg chg="addSp delSp modSp new mod modAnim">
        <pc:chgData name="Daniel Cregg" userId="a4417ebc-d1f9-4266-8a6c-2c7f21bbea7f" providerId="ADAL" clId="{B41FF6A5-8EE3-453F-9467-07EDEFDD4E20}" dt="2025-10-21T10:09:58.697" v="398" actId="20577"/>
        <pc:sldMkLst>
          <pc:docMk/>
          <pc:sldMk cId="2456789411" sldId="267"/>
        </pc:sldMkLst>
        <pc:spChg chg="mod">
          <ac:chgData name="Daniel Cregg" userId="a4417ebc-d1f9-4266-8a6c-2c7f21bbea7f" providerId="ADAL" clId="{B41FF6A5-8EE3-453F-9467-07EDEFDD4E20}" dt="2025-10-21T10:05:55.585" v="283" actId="1076"/>
          <ac:spMkLst>
            <pc:docMk/>
            <pc:sldMk cId="2456789411" sldId="267"/>
            <ac:spMk id="2" creationId="{BE0AAED6-0EA9-D1AF-9950-B8611ABE6731}"/>
          </ac:spMkLst>
        </pc:spChg>
        <pc:spChg chg="del">
          <ac:chgData name="Daniel Cregg" userId="a4417ebc-d1f9-4266-8a6c-2c7f21bbea7f" providerId="ADAL" clId="{B41FF6A5-8EE3-453F-9467-07EDEFDD4E20}" dt="2025-10-21T10:01:37.427" v="253"/>
          <ac:spMkLst>
            <pc:docMk/>
            <pc:sldMk cId="2456789411" sldId="267"/>
            <ac:spMk id="3" creationId="{8DB78DD4-C1E3-C928-5564-2089734F9285}"/>
          </ac:spMkLst>
        </pc:spChg>
        <pc:spChg chg="add">
          <ac:chgData name="Daniel Cregg" userId="a4417ebc-d1f9-4266-8a6c-2c7f21bbea7f" providerId="ADAL" clId="{B41FF6A5-8EE3-453F-9467-07EDEFDD4E20}" dt="2025-10-21T10:05:33.789" v="281"/>
          <ac:spMkLst>
            <pc:docMk/>
            <pc:sldMk cId="2456789411" sldId="267"/>
            <ac:spMk id="6" creationId="{CCF72EF4-9610-B5ED-DA1C-2825F034AF81}"/>
          </ac:spMkLst>
        </pc:spChg>
        <pc:spChg chg="add mod">
          <ac:chgData name="Daniel Cregg" userId="a4417ebc-d1f9-4266-8a6c-2c7f21bbea7f" providerId="ADAL" clId="{B41FF6A5-8EE3-453F-9467-07EDEFDD4E20}" dt="2025-10-21T10:09:58.697" v="398" actId="20577"/>
          <ac:spMkLst>
            <pc:docMk/>
            <pc:sldMk cId="2456789411" sldId="267"/>
            <ac:spMk id="7" creationId="{E040E979-DE9F-E393-F861-5F87E9191AD1}"/>
          </ac:spMkLst>
        </pc:spChg>
        <pc:spChg chg="add">
          <ac:chgData name="Daniel Cregg" userId="a4417ebc-d1f9-4266-8a6c-2c7f21bbea7f" providerId="ADAL" clId="{B41FF6A5-8EE3-453F-9467-07EDEFDD4E20}" dt="2025-10-21T10:06:10.318" v="285"/>
          <ac:spMkLst>
            <pc:docMk/>
            <pc:sldMk cId="2456789411" sldId="267"/>
            <ac:spMk id="8" creationId="{C72D6009-C21E-5E92-1CA9-99C8CFE4D920}"/>
          </ac:spMkLst>
        </pc:spChg>
        <pc:spChg chg="add">
          <ac:chgData name="Daniel Cregg" userId="a4417ebc-d1f9-4266-8a6c-2c7f21bbea7f" providerId="ADAL" clId="{B41FF6A5-8EE3-453F-9467-07EDEFDD4E20}" dt="2025-10-21T10:06:13.534" v="286"/>
          <ac:spMkLst>
            <pc:docMk/>
            <pc:sldMk cId="2456789411" sldId="267"/>
            <ac:spMk id="9" creationId="{BA3BBA0E-31A4-E332-1202-7308A50DAA45}"/>
          </ac:spMkLst>
        </pc:spChg>
        <pc:spChg chg="add del mod">
          <ac:chgData name="Daniel Cregg" userId="a4417ebc-d1f9-4266-8a6c-2c7f21bbea7f" providerId="ADAL" clId="{B41FF6A5-8EE3-453F-9467-07EDEFDD4E20}" dt="2025-10-21T10:08:34.790" v="390" actId="21"/>
          <ac:spMkLst>
            <pc:docMk/>
            <pc:sldMk cId="2456789411" sldId="267"/>
            <ac:spMk id="10" creationId="{2767DEF0-79C1-CCB2-E45E-060E868C82DE}"/>
          </ac:spMkLst>
        </pc:spChg>
        <pc:picChg chg="add mod modCrop">
          <ac:chgData name="Daniel Cregg" userId="a4417ebc-d1f9-4266-8a6c-2c7f21bbea7f" providerId="ADAL" clId="{B41FF6A5-8EE3-453F-9467-07EDEFDD4E20}" dt="2025-10-21T10:03:48.970" v="273" actId="14100"/>
          <ac:picMkLst>
            <pc:docMk/>
            <pc:sldMk cId="2456789411" sldId="267"/>
            <ac:picMk id="5" creationId="{555F5E57-268C-B0D4-5192-79ED1B9B161A}"/>
          </ac:picMkLst>
        </pc:picChg>
      </pc:sldChg>
      <pc:sldChg chg="addSp new">
        <pc:chgData name="Daniel Cregg" userId="a4417ebc-d1f9-4266-8a6c-2c7f21bbea7f" providerId="ADAL" clId="{B41FF6A5-8EE3-453F-9467-07EDEFDD4E20}" dt="2025-10-21T10:15:46.198" v="454"/>
        <pc:sldMkLst>
          <pc:docMk/>
          <pc:sldMk cId="2115906147" sldId="268"/>
        </pc:sldMkLst>
        <pc:picChg chg="add">
          <ac:chgData name="Daniel Cregg" userId="a4417ebc-d1f9-4266-8a6c-2c7f21bbea7f" providerId="ADAL" clId="{B41FF6A5-8EE3-453F-9467-07EDEFDD4E20}" dt="2025-10-21T10:15:46.198" v="454"/>
          <ac:picMkLst>
            <pc:docMk/>
            <pc:sldMk cId="2115906147" sldId="268"/>
            <ac:picMk id="2050" creationId="{29331FFB-A2ED-48ED-9446-DCE6A46AC792}"/>
          </ac:picMkLst>
        </pc:picChg>
      </pc:sldChg>
      <pc:sldChg chg="addSp new">
        <pc:chgData name="Daniel Cregg" userId="a4417ebc-d1f9-4266-8a6c-2c7f21bbea7f" providerId="ADAL" clId="{B41FF6A5-8EE3-453F-9467-07EDEFDD4E20}" dt="2025-10-21T10:17:39.337" v="458"/>
        <pc:sldMkLst>
          <pc:docMk/>
          <pc:sldMk cId="3217100221" sldId="269"/>
        </pc:sldMkLst>
        <pc:picChg chg="add">
          <ac:chgData name="Daniel Cregg" userId="a4417ebc-d1f9-4266-8a6c-2c7f21bbea7f" providerId="ADAL" clId="{B41FF6A5-8EE3-453F-9467-07EDEFDD4E20}" dt="2025-10-21T10:17:39.337" v="458"/>
          <ac:picMkLst>
            <pc:docMk/>
            <pc:sldMk cId="3217100221" sldId="269"/>
            <ac:picMk id="3074" creationId="{F0B4B7EC-5CB4-693A-4C03-38826A8AA4AD}"/>
          </ac:picMkLst>
        </pc:picChg>
      </pc:sldChg>
      <pc:sldChg chg="addSp modSp new mod">
        <pc:chgData name="Daniel Cregg" userId="a4417ebc-d1f9-4266-8a6c-2c7f21bbea7f" providerId="ADAL" clId="{B41FF6A5-8EE3-453F-9467-07EDEFDD4E20}" dt="2025-10-21T10:22:25.080" v="482" actId="20577"/>
        <pc:sldMkLst>
          <pc:docMk/>
          <pc:sldMk cId="3921246209" sldId="270"/>
        </pc:sldMkLst>
        <pc:spChg chg="mod">
          <ac:chgData name="Daniel Cregg" userId="a4417ebc-d1f9-4266-8a6c-2c7f21bbea7f" providerId="ADAL" clId="{B41FF6A5-8EE3-453F-9467-07EDEFDD4E20}" dt="2025-10-21T10:18:58.291" v="472" actId="20577"/>
          <ac:spMkLst>
            <pc:docMk/>
            <pc:sldMk cId="3921246209" sldId="270"/>
            <ac:spMk id="2" creationId="{929D9E45-3C55-B9DD-9268-245F540A889C}"/>
          </ac:spMkLst>
        </pc:spChg>
        <pc:spChg chg="mod">
          <ac:chgData name="Daniel Cregg" userId="a4417ebc-d1f9-4266-8a6c-2c7f21bbea7f" providerId="ADAL" clId="{B41FF6A5-8EE3-453F-9467-07EDEFDD4E20}" dt="2025-10-21T10:22:25.080" v="482" actId="20577"/>
          <ac:spMkLst>
            <pc:docMk/>
            <pc:sldMk cId="3921246209" sldId="270"/>
            <ac:spMk id="3" creationId="{0BB87801-EE3E-FD0D-B5BA-19209D682489}"/>
          </ac:spMkLst>
        </pc:spChg>
        <pc:picChg chg="add mod">
          <ac:chgData name="Daniel Cregg" userId="a4417ebc-d1f9-4266-8a6c-2c7f21bbea7f" providerId="ADAL" clId="{B41FF6A5-8EE3-453F-9467-07EDEFDD4E20}" dt="2025-10-21T10:22:18.442" v="481" actId="1076"/>
          <ac:picMkLst>
            <pc:docMk/>
            <pc:sldMk cId="3921246209" sldId="270"/>
            <ac:picMk id="4098" creationId="{2D5638B8-906D-8B27-2FAE-826890AD739A}"/>
          </ac:picMkLst>
        </pc:picChg>
      </pc:sldChg>
      <pc:sldChg chg="modSp new mod modAnim">
        <pc:chgData name="Daniel Cregg" userId="a4417ebc-d1f9-4266-8a6c-2c7f21bbea7f" providerId="ADAL" clId="{B41FF6A5-8EE3-453F-9467-07EDEFDD4E20}" dt="2025-10-21T10:23:30.519" v="511"/>
        <pc:sldMkLst>
          <pc:docMk/>
          <pc:sldMk cId="2498850504" sldId="271"/>
        </pc:sldMkLst>
        <pc:spChg chg="mod">
          <ac:chgData name="Daniel Cregg" userId="a4417ebc-d1f9-4266-8a6c-2c7f21bbea7f" providerId="ADAL" clId="{B41FF6A5-8EE3-453F-9467-07EDEFDD4E20}" dt="2025-10-21T10:22:43.439" v="499"/>
          <ac:spMkLst>
            <pc:docMk/>
            <pc:sldMk cId="2498850504" sldId="271"/>
            <ac:spMk id="2" creationId="{7BDD5E0D-3798-39AC-2FF3-7CFBB8AEC4D6}"/>
          </ac:spMkLst>
        </pc:spChg>
        <pc:spChg chg="mod">
          <ac:chgData name="Daniel Cregg" userId="a4417ebc-d1f9-4266-8a6c-2c7f21bbea7f" providerId="ADAL" clId="{B41FF6A5-8EE3-453F-9467-07EDEFDD4E20}" dt="2025-10-21T10:23:07.199" v="509" actId="20577"/>
          <ac:spMkLst>
            <pc:docMk/>
            <pc:sldMk cId="2498850504" sldId="271"/>
            <ac:spMk id="3" creationId="{5E97E070-3D29-3845-4EAF-D387D0F11794}"/>
          </ac:spMkLst>
        </pc:spChg>
      </pc:sldChg>
      <pc:sldChg chg="addSp modSp new mod">
        <pc:chgData name="Daniel Cregg" userId="a4417ebc-d1f9-4266-8a6c-2c7f21bbea7f" providerId="ADAL" clId="{B41FF6A5-8EE3-453F-9467-07EDEFDD4E20}" dt="2025-10-21T10:26:59.260" v="517"/>
        <pc:sldMkLst>
          <pc:docMk/>
          <pc:sldMk cId="259976462" sldId="272"/>
        </pc:sldMkLst>
        <pc:spChg chg="mod">
          <ac:chgData name="Daniel Cregg" userId="a4417ebc-d1f9-4266-8a6c-2c7f21bbea7f" providerId="ADAL" clId="{B41FF6A5-8EE3-453F-9467-07EDEFDD4E20}" dt="2025-10-21T10:25:36.696" v="513"/>
          <ac:spMkLst>
            <pc:docMk/>
            <pc:sldMk cId="259976462" sldId="272"/>
            <ac:spMk id="2" creationId="{8FB96BC1-315F-DDCD-1B25-95031D092F77}"/>
          </ac:spMkLst>
        </pc:spChg>
        <pc:spChg chg="mod">
          <ac:chgData name="Daniel Cregg" userId="a4417ebc-d1f9-4266-8a6c-2c7f21bbea7f" providerId="ADAL" clId="{B41FF6A5-8EE3-453F-9467-07EDEFDD4E20}" dt="2025-10-21T10:26:59.260" v="517"/>
          <ac:spMkLst>
            <pc:docMk/>
            <pc:sldMk cId="259976462" sldId="272"/>
            <ac:spMk id="3" creationId="{FEB72199-3D4D-A2D6-34D2-EC9727FC868A}"/>
          </ac:spMkLst>
        </pc:spChg>
        <pc:picChg chg="add mod">
          <ac:chgData name="Daniel Cregg" userId="a4417ebc-d1f9-4266-8a6c-2c7f21bbea7f" providerId="ADAL" clId="{B41FF6A5-8EE3-453F-9467-07EDEFDD4E20}" dt="2025-10-21T10:26:11.831" v="515" actId="1076"/>
          <ac:picMkLst>
            <pc:docMk/>
            <pc:sldMk cId="259976462" sldId="272"/>
            <ac:picMk id="5122" creationId="{EF082594-6D74-AB0D-9CF7-A4D22684EE88}"/>
          </ac:picMkLst>
        </pc:picChg>
      </pc:sldChg>
      <pc:sldChg chg="modSp new mod modAnim">
        <pc:chgData name="Daniel Cregg" userId="a4417ebc-d1f9-4266-8a6c-2c7f21bbea7f" providerId="ADAL" clId="{B41FF6A5-8EE3-453F-9467-07EDEFDD4E20}" dt="2025-10-22T10:42:09.741" v="706"/>
        <pc:sldMkLst>
          <pc:docMk/>
          <pc:sldMk cId="3504466824" sldId="273"/>
        </pc:sldMkLst>
        <pc:spChg chg="mod">
          <ac:chgData name="Daniel Cregg" userId="a4417ebc-d1f9-4266-8a6c-2c7f21bbea7f" providerId="ADAL" clId="{B41FF6A5-8EE3-453F-9467-07EDEFDD4E20}" dt="2025-10-21T10:27:51.977" v="519"/>
          <ac:spMkLst>
            <pc:docMk/>
            <pc:sldMk cId="3504466824" sldId="273"/>
            <ac:spMk id="2" creationId="{A42E4BD9-D678-646B-B76B-9858BFC730AA}"/>
          </ac:spMkLst>
        </pc:spChg>
        <pc:spChg chg="mod">
          <ac:chgData name="Daniel Cregg" userId="a4417ebc-d1f9-4266-8a6c-2c7f21bbea7f" providerId="ADAL" clId="{B41FF6A5-8EE3-453F-9467-07EDEFDD4E20}" dt="2025-10-22T10:42:06.575" v="704" actId="12"/>
          <ac:spMkLst>
            <pc:docMk/>
            <pc:sldMk cId="3504466824" sldId="273"/>
            <ac:spMk id="3" creationId="{4D8C7EA3-038D-6965-C0C7-9C1B84699369}"/>
          </ac:spMkLst>
        </pc:spChg>
      </pc:sldChg>
      <pc:sldChg chg="modSp new mod modAnim">
        <pc:chgData name="Daniel Cregg" userId="a4417ebc-d1f9-4266-8a6c-2c7f21bbea7f" providerId="ADAL" clId="{B41FF6A5-8EE3-453F-9467-07EDEFDD4E20}" dt="2025-10-22T10:41:47.960" v="702"/>
        <pc:sldMkLst>
          <pc:docMk/>
          <pc:sldMk cId="3243410179" sldId="274"/>
        </pc:sldMkLst>
        <pc:spChg chg="mod">
          <ac:chgData name="Daniel Cregg" userId="a4417ebc-d1f9-4266-8a6c-2c7f21bbea7f" providerId="ADAL" clId="{B41FF6A5-8EE3-453F-9467-07EDEFDD4E20}" dt="2025-10-21T10:29:25.039" v="535"/>
          <ac:spMkLst>
            <pc:docMk/>
            <pc:sldMk cId="3243410179" sldId="274"/>
            <ac:spMk id="2" creationId="{3FBF166F-C32B-2D60-ACAF-F571416CF1E6}"/>
          </ac:spMkLst>
        </pc:spChg>
        <pc:spChg chg="mod">
          <ac:chgData name="Daniel Cregg" userId="a4417ebc-d1f9-4266-8a6c-2c7f21bbea7f" providerId="ADAL" clId="{B41FF6A5-8EE3-453F-9467-07EDEFDD4E20}" dt="2025-10-22T10:41:41.812" v="700" actId="12"/>
          <ac:spMkLst>
            <pc:docMk/>
            <pc:sldMk cId="3243410179" sldId="274"/>
            <ac:spMk id="3" creationId="{DA0DC459-BF4E-2432-816B-E94517374876}"/>
          </ac:spMkLst>
        </pc:spChg>
      </pc:sldChg>
      <pc:sldChg chg="modSp new mod modAnim">
        <pc:chgData name="Daniel Cregg" userId="a4417ebc-d1f9-4266-8a6c-2c7f21bbea7f" providerId="ADAL" clId="{B41FF6A5-8EE3-453F-9467-07EDEFDD4E20}" dt="2025-10-22T10:41:30.224" v="699"/>
        <pc:sldMkLst>
          <pc:docMk/>
          <pc:sldMk cId="3494630276" sldId="275"/>
        </pc:sldMkLst>
        <pc:spChg chg="mod">
          <ac:chgData name="Daniel Cregg" userId="a4417ebc-d1f9-4266-8a6c-2c7f21bbea7f" providerId="ADAL" clId="{B41FF6A5-8EE3-453F-9467-07EDEFDD4E20}" dt="2025-10-21T10:31:34.761" v="576"/>
          <ac:spMkLst>
            <pc:docMk/>
            <pc:sldMk cId="3494630276" sldId="275"/>
            <ac:spMk id="2" creationId="{68AFB12F-9E62-740E-D2F4-40B999A0272F}"/>
          </ac:spMkLst>
        </pc:spChg>
        <pc:spChg chg="mod">
          <ac:chgData name="Daniel Cregg" userId="a4417ebc-d1f9-4266-8a6c-2c7f21bbea7f" providerId="ADAL" clId="{B41FF6A5-8EE3-453F-9467-07EDEFDD4E20}" dt="2025-10-22T10:41:21.841" v="697" actId="5793"/>
          <ac:spMkLst>
            <pc:docMk/>
            <pc:sldMk cId="3494630276" sldId="275"/>
            <ac:spMk id="3" creationId="{8B6C0E4C-EA9A-D2D2-96F6-A2BC82AFFC3D}"/>
          </ac:spMkLst>
        </pc:spChg>
      </pc:sldChg>
      <pc:sldChg chg="ord">
        <pc:chgData name="Daniel Cregg" userId="a4417ebc-d1f9-4266-8a6c-2c7f21bbea7f" providerId="ADAL" clId="{B41FF6A5-8EE3-453F-9467-07EDEFDD4E20}" dt="2025-10-22T10:39:22.929" v="646"/>
        <pc:sldMkLst>
          <pc:docMk/>
          <pc:sldMk cId="4171894575" sldId="277"/>
        </pc:sldMkLst>
      </pc:sldChg>
      <pc:sldChg chg="addSp modSp new mod ord">
        <pc:chgData name="Daniel Cregg" userId="a4417ebc-d1f9-4266-8a6c-2c7f21bbea7f" providerId="ADAL" clId="{B41FF6A5-8EE3-453F-9467-07EDEFDD4E20}" dt="2025-10-22T10:36:42.807" v="640"/>
        <pc:sldMkLst>
          <pc:docMk/>
          <pc:sldMk cId="901033272" sldId="278"/>
        </pc:sldMkLst>
        <pc:spChg chg="mod">
          <ac:chgData name="Daniel Cregg" userId="a4417ebc-d1f9-4266-8a6c-2c7f21bbea7f" providerId="ADAL" clId="{B41FF6A5-8EE3-453F-9467-07EDEFDD4E20}" dt="2025-10-22T10:35:35.974" v="591" actId="20577"/>
          <ac:spMkLst>
            <pc:docMk/>
            <pc:sldMk cId="901033272" sldId="278"/>
            <ac:spMk id="2" creationId="{856ED520-3B07-25E9-F7F5-E3E8908C29F3}"/>
          </ac:spMkLst>
        </pc:spChg>
        <pc:spChg chg="mod">
          <ac:chgData name="Daniel Cregg" userId="a4417ebc-d1f9-4266-8a6c-2c7f21bbea7f" providerId="ADAL" clId="{B41FF6A5-8EE3-453F-9467-07EDEFDD4E20}" dt="2025-10-22T10:36:04.091" v="638" actId="14100"/>
          <ac:spMkLst>
            <pc:docMk/>
            <pc:sldMk cId="901033272" sldId="278"/>
            <ac:spMk id="3" creationId="{39818D3C-F6CF-CAF2-25D2-CD01577C5016}"/>
          </ac:spMkLst>
        </pc:spChg>
        <pc:picChg chg="add mod">
          <ac:chgData name="Daniel Cregg" userId="a4417ebc-d1f9-4266-8a6c-2c7f21bbea7f" providerId="ADAL" clId="{B41FF6A5-8EE3-453F-9467-07EDEFDD4E20}" dt="2025-10-22T10:35:26.991" v="579" actId="1076"/>
          <ac:picMkLst>
            <pc:docMk/>
            <pc:sldMk cId="901033272" sldId="278"/>
            <ac:picMk id="1026" creationId="{E1EF90D9-17EB-FB03-380F-32A943BE81B3}"/>
          </ac:picMkLst>
        </pc:picChg>
      </pc:sldChg>
      <pc:sldChg chg="addSp new">
        <pc:chgData name="Daniel Cregg" userId="a4417ebc-d1f9-4266-8a6c-2c7f21bbea7f" providerId="ADAL" clId="{B41FF6A5-8EE3-453F-9467-07EDEFDD4E20}" dt="2025-10-22T10:38:57.276" v="644"/>
        <pc:sldMkLst>
          <pc:docMk/>
          <pc:sldMk cId="1071461750" sldId="279"/>
        </pc:sldMkLst>
        <pc:picChg chg="add">
          <ac:chgData name="Daniel Cregg" userId="a4417ebc-d1f9-4266-8a6c-2c7f21bbea7f" providerId="ADAL" clId="{B41FF6A5-8EE3-453F-9467-07EDEFDD4E20}" dt="2025-10-22T10:38:57.276" v="644"/>
          <ac:picMkLst>
            <pc:docMk/>
            <pc:sldMk cId="1071461750" sldId="279"/>
            <ac:picMk id="2050" creationId="{70423AA2-ADCD-E03A-6902-5CCDEF9AE7C6}"/>
          </ac:picMkLst>
        </pc:picChg>
      </pc:sldChg>
      <pc:sldChg chg="addSp modSp new mod modAnim">
        <pc:chgData name="Daniel Cregg" userId="a4417ebc-d1f9-4266-8a6c-2c7f21bbea7f" providerId="ADAL" clId="{B41FF6A5-8EE3-453F-9467-07EDEFDD4E20}" dt="2025-10-22T10:47:04.808" v="761"/>
        <pc:sldMkLst>
          <pc:docMk/>
          <pc:sldMk cId="2944638676" sldId="280"/>
        </pc:sldMkLst>
        <pc:spChg chg="mod">
          <ac:chgData name="Daniel Cregg" userId="a4417ebc-d1f9-4266-8a6c-2c7f21bbea7f" providerId="ADAL" clId="{B41FF6A5-8EE3-453F-9467-07EDEFDD4E20}" dt="2025-10-22T10:43:15.693" v="709" actId="20577"/>
          <ac:spMkLst>
            <pc:docMk/>
            <pc:sldMk cId="2944638676" sldId="280"/>
            <ac:spMk id="2" creationId="{C3BBACF3-7B2C-5971-EBFA-85AB781F1268}"/>
          </ac:spMkLst>
        </pc:spChg>
        <pc:spChg chg="mod">
          <ac:chgData name="Daniel Cregg" userId="a4417ebc-d1f9-4266-8a6c-2c7f21bbea7f" providerId="ADAL" clId="{B41FF6A5-8EE3-453F-9467-07EDEFDD4E20}" dt="2025-10-22T10:46:51.049" v="756" actId="5793"/>
          <ac:spMkLst>
            <pc:docMk/>
            <pc:sldMk cId="2944638676" sldId="280"/>
            <ac:spMk id="3" creationId="{042F257B-3E13-83A0-D3B3-4A7F9DFD7181}"/>
          </ac:spMkLst>
        </pc:spChg>
        <pc:picChg chg="add mod">
          <ac:chgData name="Daniel Cregg" userId="a4417ebc-d1f9-4266-8a6c-2c7f21bbea7f" providerId="ADAL" clId="{B41FF6A5-8EE3-453F-9467-07EDEFDD4E20}" dt="2025-10-22T10:46:12.307" v="741" actId="14100"/>
          <ac:picMkLst>
            <pc:docMk/>
            <pc:sldMk cId="2944638676" sldId="280"/>
            <ac:picMk id="3074" creationId="{E4529296-8E21-1B4B-E10D-AEAE264E1B4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01B2C8-90EC-4C2E-A5E9-2FD311351D10}" type="datetimeFigureOut">
              <a:rPr lang="en-IE" smtClean="0"/>
              <a:t>22/10/2025</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8A0101-0FCF-4CFA-99B9-93F989442F75}" type="slidenum">
              <a:rPr lang="en-IE" smtClean="0"/>
              <a:t>‹#›</a:t>
            </a:fld>
            <a:endParaRPr lang="en-IE"/>
          </a:p>
        </p:txBody>
      </p:sp>
    </p:spTree>
    <p:extLst>
      <p:ext uri="{BB962C8B-B14F-4D97-AF65-F5344CB8AC3E}">
        <p14:creationId xmlns:p14="http://schemas.microsoft.com/office/powerpoint/2010/main" val="3229162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CD8A0101-0FCF-4CFA-99B9-93F989442F75}" type="slidenum">
              <a:rPr lang="en-IE" smtClean="0"/>
              <a:t>12</a:t>
            </a:fld>
            <a:endParaRPr lang="en-IE"/>
          </a:p>
        </p:txBody>
      </p:sp>
    </p:spTree>
    <p:extLst>
      <p:ext uri="{BB962C8B-B14F-4D97-AF65-F5344CB8AC3E}">
        <p14:creationId xmlns:p14="http://schemas.microsoft.com/office/powerpoint/2010/main" val="39621917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7BD74-770C-8E8F-E120-C0DE2E13EF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C8DAC0F4-2938-282E-489F-77402428C9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43A2B8DC-D59B-3CB1-7CA1-9365560903DA}"/>
              </a:ext>
            </a:extLst>
          </p:cNvPr>
          <p:cNvSpPr>
            <a:spLocks noGrp="1"/>
          </p:cNvSpPr>
          <p:nvPr>
            <p:ph type="dt" sz="half" idx="10"/>
          </p:nvPr>
        </p:nvSpPr>
        <p:spPr/>
        <p:txBody>
          <a:bodyPr/>
          <a:lstStyle/>
          <a:p>
            <a:fld id="{44A5CEE2-6E65-48D0-90B9-EB2BBC28F974}" type="datetimeFigureOut">
              <a:rPr lang="en-IE" smtClean="0"/>
              <a:t>22/10/2025</a:t>
            </a:fld>
            <a:endParaRPr lang="en-IE"/>
          </a:p>
        </p:txBody>
      </p:sp>
      <p:sp>
        <p:nvSpPr>
          <p:cNvPr id="5" name="Footer Placeholder 4">
            <a:extLst>
              <a:ext uri="{FF2B5EF4-FFF2-40B4-BE49-F238E27FC236}">
                <a16:creationId xmlns:a16="http://schemas.microsoft.com/office/drawing/2014/main" id="{C4C9F888-14BD-2F90-BD7E-9B96301E68B4}"/>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3829C89B-5792-D408-B5D7-F1FE9193642F}"/>
              </a:ext>
            </a:extLst>
          </p:cNvPr>
          <p:cNvSpPr>
            <a:spLocks noGrp="1"/>
          </p:cNvSpPr>
          <p:nvPr>
            <p:ph type="sldNum" sz="quarter" idx="12"/>
          </p:nvPr>
        </p:nvSpPr>
        <p:spPr/>
        <p:txBody>
          <a:bodyPr/>
          <a:lstStyle/>
          <a:p>
            <a:fld id="{130627C6-651F-4714-B9C1-060194F0E4B7}" type="slidenum">
              <a:rPr lang="en-IE" smtClean="0"/>
              <a:t>‹#›</a:t>
            </a:fld>
            <a:endParaRPr lang="en-IE"/>
          </a:p>
        </p:txBody>
      </p:sp>
    </p:spTree>
    <p:extLst>
      <p:ext uri="{BB962C8B-B14F-4D97-AF65-F5344CB8AC3E}">
        <p14:creationId xmlns:p14="http://schemas.microsoft.com/office/powerpoint/2010/main" val="22513420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D2E88-8DF5-9050-4762-1E314092597C}"/>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C0F98EFA-6AA9-D2C5-6D83-ED1E8A328F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B0591C13-F453-A3C2-1AA9-D00F55A9FC15}"/>
              </a:ext>
            </a:extLst>
          </p:cNvPr>
          <p:cNvSpPr>
            <a:spLocks noGrp="1"/>
          </p:cNvSpPr>
          <p:nvPr>
            <p:ph type="dt" sz="half" idx="10"/>
          </p:nvPr>
        </p:nvSpPr>
        <p:spPr/>
        <p:txBody>
          <a:bodyPr/>
          <a:lstStyle/>
          <a:p>
            <a:fld id="{44A5CEE2-6E65-48D0-90B9-EB2BBC28F974}" type="datetimeFigureOut">
              <a:rPr lang="en-IE" smtClean="0"/>
              <a:t>22/10/2025</a:t>
            </a:fld>
            <a:endParaRPr lang="en-IE"/>
          </a:p>
        </p:txBody>
      </p:sp>
      <p:sp>
        <p:nvSpPr>
          <p:cNvPr id="5" name="Footer Placeholder 4">
            <a:extLst>
              <a:ext uri="{FF2B5EF4-FFF2-40B4-BE49-F238E27FC236}">
                <a16:creationId xmlns:a16="http://schemas.microsoft.com/office/drawing/2014/main" id="{EBCFC658-79A7-5747-9C33-C2295EFD71BA}"/>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DD7BFBD6-2FBF-5F8A-CBFC-2CFD102E627C}"/>
              </a:ext>
            </a:extLst>
          </p:cNvPr>
          <p:cNvSpPr>
            <a:spLocks noGrp="1"/>
          </p:cNvSpPr>
          <p:nvPr>
            <p:ph type="sldNum" sz="quarter" idx="12"/>
          </p:nvPr>
        </p:nvSpPr>
        <p:spPr/>
        <p:txBody>
          <a:bodyPr/>
          <a:lstStyle/>
          <a:p>
            <a:fld id="{130627C6-651F-4714-B9C1-060194F0E4B7}" type="slidenum">
              <a:rPr lang="en-IE" smtClean="0"/>
              <a:t>‹#›</a:t>
            </a:fld>
            <a:endParaRPr lang="en-IE"/>
          </a:p>
        </p:txBody>
      </p:sp>
    </p:spTree>
    <p:extLst>
      <p:ext uri="{BB962C8B-B14F-4D97-AF65-F5344CB8AC3E}">
        <p14:creationId xmlns:p14="http://schemas.microsoft.com/office/powerpoint/2010/main" val="32587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8BCA1-CB3C-FDDF-3E28-06A065D8A4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D0C9F3B9-0D4D-E076-0DBE-3642292C26B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99059F-F7C4-C55C-D4D0-F0D585638F04}"/>
              </a:ext>
            </a:extLst>
          </p:cNvPr>
          <p:cNvSpPr>
            <a:spLocks noGrp="1"/>
          </p:cNvSpPr>
          <p:nvPr>
            <p:ph type="dt" sz="half" idx="10"/>
          </p:nvPr>
        </p:nvSpPr>
        <p:spPr/>
        <p:txBody>
          <a:bodyPr/>
          <a:lstStyle/>
          <a:p>
            <a:fld id="{44A5CEE2-6E65-48D0-90B9-EB2BBC28F974}" type="datetimeFigureOut">
              <a:rPr lang="en-IE" smtClean="0"/>
              <a:t>22/10/2025</a:t>
            </a:fld>
            <a:endParaRPr lang="en-IE"/>
          </a:p>
        </p:txBody>
      </p:sp>
      <p:sp>
        <p:nvSpPr>
          <p:cNvPr id="5" name="Footer Placeholder 4">
            <a:extLst>
              <a:ext uri="{FF2B5EF4-FFF2-40B4-BE49-F238E27FC236}">
                <a16:creationId xmlns:a16="http://schemas.microsoft.com/office/drawing/2014/main" id="{7B186AEC-2A64-8411-77E9-0323B1094D0F}"/>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04192C13-0DF6-4A46-30C3-206E6469B1D4}"/>
              </a:ext>
            </a:extLst>
          </p:cNvPr>
          <p:cNvSpPr>
            <a:spLocks noGrp="1"/>
          </p:cNvSpPr>
          <p:nvPr>
            <p:ph type="sldNum" sz="quarter" idx="12"/>
          </p:nvPr>
        </p:nvSpPr>
        <p:spPr/>
        <p:txBody>
          <a:bodyPr/>
          <a:lstStyle/>
          <a:p>
            <a:fld id="{130627C6-651F-4714-B9C1-060194F0E4B7}" type="slidenum">
              <a:rPr lang="en-IE" smtClean="0"/>
              <a:t>‹#›</a:t>
            </a:fld>
            <a:endParaRPr lang="en-IE"/>
          </a:p>
        </p:txBody>
      </p:sp>
    </p:spTree>
    <p:extLst>
      <p:ext uri="{BB962C8B-B14F-4D97-AF65-F5344CB8AC3E}">
        <p14:creationId xmlns:p14="http://schemas.microsoft.com/office/powerpoint/2010/main" val="1474722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5AB97-4BB3-1976-0902-80A67B194433}"/>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9A884BF3-1653-41E6-3AE7-B43DD3246CF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33ECF0F9-07C7-DCEA-4A52-78BF208D4E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CA03F3CD-33A2-58EF-A2B6-3155CB6D3280}"/>
              </a:ext>
            </a:extLst>
          </p:cNvPr>
          <p:cNvSpPr>
            <a:spLocks noGrp="1"/>
          </p:cNvSpPr>
          <p:nvPr>
            <p:ph type="dt" sz="half" idx="10"/>
          </p:nvPr>
        </p:nvSpPr>
        <p:spPr/>
        <p:txBody>
          <a:bodyPr/>
          <a:lstStyle/>
          <a:p>
            <a:fld id="{44A5CEE2-6E65-48D0-90B9-EB2BBC28F974}" type="datetimeFigureOut">
              <a:rPr lang="en-IE" smtClean="0"/>
              <a:t>22/10/2025</a:t>
            </a:fld>
            <a:endParaRPr lang="en-IE"/>
          </a:p>
        </p:txBody>
      </p:sp>
      <p:sp>
        <p:nvSpPr>
          <p:cNvPr id="6" name="Footer Placeholder 5">
            <a:extLst>
              <a:ext uri="{FF2B5EF4-FFF2-40B4-BE49-F238E27FC236}">
                <a16:creationId xmlns:a16="http://schemas.microsoft.com/office/drawing/2014/main" id="{C9926457-C0F5-519F-7288-3F8FD225B8A0}"/>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13582587-58E4-EF2B-A838-5DD81E60F8E5}"/>
              </a:ext>
            </a:extLst>
          </p:cNvPr>
          <p:cNvSpPr>
            <a:spLocks noGrp="1"/>
          </p:cNvSpPr>
          <p:nvPr>
            <p:ph type="sldNum" sz="quarter" idx="12"/>
          </p:nvPr>
        </p:nvSpPr>
        <p:spPr/>
        <p:txBody>
          <a:bodyPr/>
          <a:lstStyle/>
          <a:p>
            <a:fld id="{130627C6-651F-4714-B9C1-060194F0E4B7}" type="slidenum">
              <a:rPr lang="en-IE" smtClean="0"/>
              <a:t>‹#›</a:t>
            </a:fld>
            <a:endParaRPr lang="en-IE"/>
          </a:p>
        </p:txBody>
      </p:sp>
    </p:spTree>
    <p:extLst>
      <p:ext uri="{BB962C8B-B14F-4D97-AF65-F5344CB8AC3E}">
        <p14:creationId xmlns:p14="http://schemas.microsoft.com/office/powerpoint/2010/main" val="1020798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DB3A6-D6B7-5203-01F9-01895E998B6A}"/>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142F37BF-7B7F-74EF-EE3C-D695E8485C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BDB3D4-1BB1-AF7E-40C5-64E778F92D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DD3BC921-9555-E241-1465-804CD7B0C4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4580C0-6CF6-945C-1504-239F7AB008A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1D50DBC6-A34D-EB10-028C-65FE2724E915}"/>
              </a:ext>
            </a:extLst>
          </p:cNvPr>
          <p:cNvSpPr>
            <a:spLocks noGrp="1"/>
          </p:cNvSpPr>
          <p:nvPr>
            <p:ph type="dt" sz="half" idx="10"/>
          </p:nvPr>
        </p:nvSpPr>
        <p:spPr/>
        <p:txBody>
          <a:bodyPr/>
          <a:lstStyle/>
          <a:p>
            <a:fld id="{44A5CEE2-6E65-48D0-90B9-EB2BBC28F974}" type="datetimeFigureOut">
              <a:rPr lang="en-IE" smtClean="0"/>
              <a:t>22/10/2025</a:t>
            </a:fld>
            <a:endParaRPr lang="en-IE"/>
          </a:p>
        </p:txBody>
      </p:sp>
      <p:sp>
        <p:nvSpPr>
          <p:cNvPr id="8" name="Footer Placeholder 7">
            <a:extLst>
              <a:ext uri="{FF2B5EF4-FFF2-40B4-BE49-F238E27FC236}">
                <a16:creationId xmlns:a16="http://schemas.microsoft.com/office/drawing/2014/main" id="{FD95949E-8297-7E4B-08A6-7F5D22199DDF}"/>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08A64FB8-37AF-F828-B8E5-B144B6556194}"/>
              </a:ext>
            </a:extLst>
          </p:cNvPr>
          <p:cNvSpPr>
            <a:spLocks noGrp="1"/>
          </p:cNvSpPr>
          <p:nvPr>
            <p:ph type="sldNum" sz="quarter" idx="12"/>
          </p:nvPr>
        </p:nvSpPr>
        <p:spPr/>
        <p:txBody>
          <a:bodyPr/>
          <a:lstStyle/>
          <a:p>
            <a:fld id="{130627C6-651F-4714-B9C1-060194F0E4B7}" type="slidenum">
              <a:rPr lang="en-IE" smtClean="0"/>
              <a:t>‹#›</a:t>
            </a:fld>
            <a:endParaRPr lang="en-IE"/>
          </a:p>
        </p:txBody>
      </p:sp>
    </p:spTree>
    <p:extLst>
      <p:ext uri="{BB962C8B-B14F-4D97-AF65-F5344CB8AC3E}">
        <p14:creationId xmlns:p14="http://schemas.microsoft.com/office/powerpoint/2010/main" val="16214796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08704-DFDE-CE6F-A7DC-89FF3376A2F8}"/>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ECC5D5D3-32A2-D568-3BBB-361355CF8ABF}"/>
              </a:ext>
            </a:extLst>
          </p:cNvPr>
          <p:cNvSpPr>
            <a:spLocks noGrp="1"/>
          </p:cNvSpPr>
          <p:nvPr>
            <p:ph type="dt" sz="half" idx="10"/>
          </p:nvPr>
        </p:nvSpPr>
        <p:spPr/>
        <p:txBody>
          <a:bodyPr/>
          <a:lstStyle/>
          <a:p>
            <a:fld id="{44A5CEE2-6E65-48D0-90B9-EB2BBC28F974}" type="datetimeFigureOut">
              <a:rPr lang="en-IE" smtClean="0"/>
              <a:t>22/10/2025</a:t>
            </a:fld>
            <a:endParaRPr lang="en-IE"/>
          </a:p>
        </p:txBody>
      </p:sp>
      <p:sp>
        <p:nvSpPr>
          <p:cNvPr id="4" name="Footer Placeholder 3">
            <a:extLst>
              <a:ext uri="{FF2B5EF4-FFF2-40B4-BE49-F238E27FC236}">
                <a16:creationId xmlns:a16="http://schemas.microsoft.com/office/drawing/2014/main" id="{1B36C9D4-D9FA-B627-5883-F92881543357}"/>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7BB348EB-A39A-6E2D-2E70-97CBEE3165B4}"/>
              </a:ext>
            </a:extLst>
          </p:cNvPr>
          <p:cNvSpPr>
            <a:spLocks noGrp="1"/>
          </p:cNvSpPr>
          <p:nvPr>
            <p:ph type="sldNum" sz="quarter" idx="12"/>
          </p:nvPr>
        </p:nvSpPr>
        <p:spPr/>
        <p:txBody>
          <a:bodyPr/>
          <a:lstStyle/>
          <a:p>
            <a:fld id="{130627C6-651F-4714-B9C1-060194F0E4B7}" type="slidenum">
              <a:rPr lang="en-IE" smtClean="0"/>
              <a:t>‹#›</a:t>
            </a:fld>
            <a:endParaRPr lang="en-IE"/>
          </a:p>
        </p:txBody>
      </p:sp>
    </p:spTree>
    <p:extLst>
      <p:ext uri="{BB962C8B-B14F-4D97-AF65-F5344CB8AC3E}">
        <p14:creationId xmlns:p14="http://schemas.microsoft.com/office/powerpoint/2010/main" val="3242164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58CF1C-7600-7AA7-28DA-A94FBDCD77D7}"/>
              </a:ext>
            </a:extLst>
          </p:cNvPr>
          <p:cNvSpPr>
            <a:spLocks noGrp="1"/>
          </p:cNvSpPr>
          <p:nvPr>
            <p:ph type="dt" sz="half" idx="10"/>
          </p:nvPr>
        </p:nvSpPr>
        <p:spPr/>
        <p:txBody>
          <a:bodyPr/>
          <a:lstStyle/>
          <a:p>
            <a:fld id="{44A5CEE2-6E65-48D0-90B9-EB2BBC28F974}" type="datetimeFigureOut">
              <a:rPr lang="en-IE" smtClean="0"/>
              <a:t>22/10/2025</a:t>
            </a:fld>
            <a:endParaRPr lang="en-IE"/>
          </a:p>
        </p:txBody>
      </p:sp>
      <p:sp>
        <p:nvSpPr>
          <p:cNvPr id="3" name="Footer Placeholder 2">
            <a:extLst>
              <a:ext uri="{FF2B5EF4-FFF2-40B4-BE49-F238E27FC236}">
                <a16:creationId xmlns:a16="http://schemas.microsoft.com/office/drawing/2014/main" id="{0EF5CE0B-3FAC-4C1F-1590-8702CD5C5018}"/>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565BD2B3-77D9-BED2-0A4F-1F22210170D8}"/>
              </a:ext>
            </a:extLst>
          </p:cNvPr>
          <p:cNvSpPr>
            <a:spLocks noGrp="1"/>
          </p:cNvSpPr>
          <p:nvPr>
            <p:ph type="sldNum" sz="quarter" idx="12"/>
          </p:nvPr>
        </p:nvSpPr>
        <p:spPr/>
        <p:txBody>
          <a:bodyPr/>
          <a:lstStyle/>
          <a:p>
            <a:fld id="{130627C6-651F-4714-B9C1-060194F0E4B7}" type="slidenum">
              <a:rPr lang="en-IE" smtClean="0"/>
              <a:t>‹#›</a:t>
            </a:fld>
            <a:endParaRPr lang="en-IE"/>
          </a:p>
        </p:txBody>
      </p:sp>
    </p:spTree>
    <p:extLst>
      <p:ext uri="{BB962C8B-B14F-4D97-AF65-F5344CB8AC3E}">
        <p14:creationId xmlns:p14="http://schemas.microsoft.com/office/powerpoint/2010/main" val="2347684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4A86B-219A-38F9-6AC4-EBBAD9BF82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8D039B15-F543-73EC-F19E-853DC09151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498B2DEC-A277-86D0-2C7A-B6DDA33D8F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CD90A1-4C2E-09C1-EE3F-56FC94765E2E}"/>
              </a:ext>
            </a:extLst>
          </p:cNvPr>
          <p:cNvSpPr>
            <a:spLocks noGrp="1"/>
          </p:cNvSpPr>
          <p:nvPr>
            <p:ph type="dt" sz="half" idx="10"/>
          </p:nvPr>
        </p:nvSpPr>
        <p:spPr/>
        <p:txBody>
          <a:bodyPr/>
          <a:lstStyle/>
          <a:p>
            <a:fld id="{44A5CEE2-6E65-48D0-90B9-EB2BBC28F974}" type="datetimeFigureOut">
              <a:rPr lang="en-IE" smtClean="0"/>
              <a:t>22/10/2025</a:t>
            </a:fld>
            <a:endParaRPr lang="en-IE"/>
          </a:p>
        </p:txBody>
      </p:sp>
      <p:sp>
        <p:nvSpPr>
          <p:cNvPr id="6" name="Footer Placeholder 5">
            <a:extLst>
              <a:ext uri="{FF2B5EF4-FFF2-40B4-BE49-F238E27FC236}">
                <a16:creationId xmlns:a16="http://schemas.microsoft.com/office/drawing/2014/main" id="{DB39F80E-2234-2450-2348-F356744BC079}"/>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6D3B14E8-421E-7389-B35E-E446D122D8F9}"/>
              </a:ext>
            </a:extLst>
          </p:cNvPr>
          <p:cNvSpPr>
            <a:spLocks noGrp="1"/>
          </p:cNvSpPr>
          <p:nvPr>
            <p:ph type="sldNum" sz="quarter" idx="12"/>
          </p:nvPr>
        </p:nvSpPr>
        <p:spPr/>
        <p:txBody>
          <a:bodyPr/>
          <a:lstStyle/>
          <a:p>
            <a:fld id="{130627C6-651F-4714-B9C1-060194F0E4B7}" type="slidenum">
              <a:rPr lang="en-IE" smtClean="0"/>
              <a:t>‹#›</a:t>
            </a:fld>
            <a:endParaRPr lang="en-IE"/>
          </a:p>
        </p:txBody>
      </p:sp>
    </p:spTree>
    <p:extLst>
      <p:ext uri="{BB962C8B-B14F-4D97-AF65-F5344CB8AC3E}">
        <p14:creationId xmlns:p14="http://schemas.microsoft.com/office/powerpoint/2010/main" val="3414599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72AEB-9ABC-699D-8ED1-24DB3B7DDD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3D8D49E0-4992-3F72-A0C2-BEC20CEE0E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20DAA23C-76DC-DCB8-6D0D-CBCB6771FD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DE669A-F5FE-5956-03E8-88DAB4E2A37D}"/>
              </a:ext>
            </a:extLst>
          </p:cNvPr>
          <p:cNvSpPr>
            <a:spLocks noGrp="1"/>
          </p:cNvSpPr>
          <p:nvPr>
            <p:ph type="dt" sz="half" idx="10"/>
          </p:nvPr>
        </p:nvSpPr>
        <p:spPr/>
        <p:txBody>
          <a:bodyPr/>
          <a:lstStyle/>
          <a:p>
            <a:fld id="{44A5CEE2-6E65-48D0-90B9-EB2BBC28F974}" type="datetimeFigureOut">
              <a:rPr lang="en-IE" smtClean="0"/>
              <a:t>22/10/2025</a:t>
            </a:fld>
            <a:endParaRPr lang="en-IE"/>
          </a:p>
        </p:txBody>
      </p:sp>
      <p:sp>
        <p:nvSpPr>
          <p:cNvPr id="6" name="Footer Placeholder 5">
            <a:extLst>
              <a:ext uri="{FF2B5EF4-FFF2-40B4-BE49-F238E27FC236}">
                <a16:creationId xmlns:a16="http://schemas.microsoft.com/office/drawing/2014/main" id="{7A759012-7CE0-2E93-D1A5-7734A5FD3939}"/>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D9AE601F-C9CF-B0D3-A549-4C3DDAD54BAD}"/>
              </a:ext>
            </a:extLst>
          </p:cNvPr>
          <p:cNvSpPr>
            <a:spLocks noGrp="1"/>
          </p:cNvSpPr>
          <p:nvPr>
            <p:ph type="sldNum" sz="quarter" idx="12"/>
          </p:nvPr>
        </p:nvSpPr>
        <p:spPr/>
        <p:txBody>
          <a:bodyPr/>
          <a:lstStyle/>
          <a:p>
            <a:fld id="{130627C6-651F-4714-B9C1-060194F0E4B7}" type="slidenum">
              <a:rPr lang="en-IE" smtClean="0"/>
              <a:t>‹#›</a:t>
            </a:fld>
            <a:endParaRPr lang="en-IE"/>
          </a:p>
        </p:txBody>
      </p:sp>
    </p:spTree>
    <p:extLst>
      <p:ext uri="{BB962C8B-B14F-4D97-AF65-F5344CB8AC3E}">
        <p14:creationId xmlns:p14="http://schemas.microsoft.com/office/powerpoint/2010/main" val="1127075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F9877-091A-2D55-1883-9FD7515D87B9}"/>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C6BE438E-D914-88C4-220B-7086E7CD36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07576220-DDB0-FE7C-3FC8-DD8985BECFF9}"/>
              </a:ext>
            </a:extLst>
          </p:cNvPr>
          <p:cNvSpPr>
            <a:spLocks noGrp="1"/>
          </p:cNvSpPr>
          <p:nvPr>
            <p:ph type="dt" sz="half" idx="10"/>
          </p:nvPr>
        </p:nvSpPr>
        <p:spPr/>
        <p:txBody>
          <a:bodyPr/>
          <a:lstStyle/>
          <a:p>
            <a:fld id="{44A5CEE2-6E65-48D0-90B9-EB2BBC28F974}" type="datetimeFigureOut">
              <a:rPr lang="en-IE" smtClean="0"/>
              <a:t>22/10/2025</a:t>
            </a:fld>
            <a:endParaRPr lang="en-IE"/>
          </a:p>
        </p:txBody>
      </p:sp>
      <p:sp>
        <p:nvSpPr>
          <p:cNvPr id="5" name="Footer Placeholder 4">
            <a:extLst>
              <a:ext uri="{FF2B5EF4-FFF2-40B4-BE49-F238E27FC236}">
                <a16:creationId xmlns:a16="http://schemas.microsoft.com/office/drawing/2014/main" id="{7C09C4C0-8988-D40C-2EEE-9174B6BE225C}"/>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41EFCD6A-DA8E-B88C-FDE6-C5CE5236919B}"/>
              </a:ext>
            </a:extLst>
          </p:cNvPr>
          <p:cNvSpPr>
            <a:spLocks noGrp="1"/>
          </p:cNvSpPr>
          <p:nvPr>
            <p:ph type="sldNum" sz="quarter" idx="12"/>
          </p:nvPr>
        </p:nvSpPr>
        <p:spPr/>
        <p:txBody>
          <a:bodyPr/>
          <a:lstStyle/>
          <a:p>
            <a:fld id="{130627C6-651F-4714-B9C1-060194F0E4B7}" type="slidenum">
              <a:rPr lang="en-IE" smtClean="0"/>
              <a:t>‹#›</a:t>
            </a:fld>
            <a:endParaRPr lang="en-IE"/>
          </a:p>
        </p:txBody>
      </p:sp>
    </p:spTree>
    <p:extLst>
      <p:ext uri="{BB962C8B-B14F-4D97-AF65-F5344CB8AC3E}">
        <p14:creationId xmlns:p14="http://schemas.microsoft.com/office/powerpoint/2010/main" val="4196826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C765AD-C417-976E-FAE2-D175648ACAD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5F1CBEEC-E0B4-1E7E-5168-CA337DF4BC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8297D147-C52B-1381-F244-C715759166BC}"/>
              </a:ext>
            </a:extLst>
          </p:cNvPr>
          <p:cNvSpPr>
            <a:spLocks noGrp="1"/>
          </p:cNvSpPr>
          <p:nvPr>
            <p:ph type="dt" sz="half" idx="10"/>
          </p:nvPr>
        </p:nvSpPr>
        <p:spPr/>
        <p:txBody>
          <a:bodyPr/>
          <a:lstStyle/>
          <a:p>
            <a:fld id="{44A5CEE2-6E65-48D0-90B9-EB2BBC28F974}" type="datetimeFigureOut">
              <a:rPr lang="en-IE" smtClean="0"/>
              <a:t>22/10/2025</a:t>
            </a:fld>
            <a:endParaRPr lang="en-IE"/>
          </a:p>
        </p:txBody>
      </p:sp>
      <p:sp>
        <p:nvSpPr>
          <p:cNvPr id="5" name="Footer Placeholder 4">
            <a:extLst>
              <a:ext uri="{FF2B5EF4-FFF2-40B4-BE49-F238E27FC236}">
                <a16:creationId xmlns:a16="http://schemas.microsoft.com/office/drawing/2014/main" id="{7D4108D3-012B-6D6A-0D5B-59B77E2219B7}"/>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C4E96939-C830-124A-BFEE-6DCBE91F0802}"/>
              </a:ext>
            </a:extLst>
          </p:cNvPr>
          <p:cNvSpPr>
            <a:spLocks noGrp="1"/>
          </p:cNvSpPr>
          <p:nvPr>
            <p:ph type="sldNum" sz="quarter" idx="12"/>
          </p:nvPr>
        </p:nvSpPr>
        <p:spPr/>
        <p:txBody>
          <a:bodyPr/>
          <a:lstStyle/>
          <a:p>
            <a:fld id="{130627C6-651F-4714-B9C1-060194F0E4B7}" type="slidenum">
              <a:rPr lang="en-IE" smtClean="0"/>
              <a:t>‹#›</a:t>
            </a:fld>
            <a:endParaRPr lang="en-IE"/>
          </a:p>
        </p:txBody>
      </p:sp>
    </p:spTree>
    <p:extLst>
      <p:ext uri="{BB962C8B-B14F-4D97-AF65-F5344CB8AC3E}">
        <p14:creationId xmlns:p14="http://schemas.microsoft.com/office/powerpoint/2010/main" val="2734079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3CD8D4-F5C3-0B73-F650-0212DED17F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F054274A-DC38-0EF2-2A2F-B9C1ED2F24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C54D09B4-CDB1-3BA3-3E9E-247C5C7981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4A5CEE2-6E65-48D0-90B9-EB2BBC28F974}" type="datetimeFigureOut">
              <a:rPr lang="en-IE" smtClean="0"/>
              <a:t>22/10/2025</a:t>
            </a:fld>
            <a:endParaRPr lang="en-IE"/>
          </a:p>
        </p:txBody>
      </p:sp>
      <p:sp>
        <p:nvSpPr>
          <p:cNvPr id="5" name="Footer Placeholder 4">
            <a:extLst>
              <a:ext uri="{FF2B5EF4-FFF2-40B4-BE49-F238E27FC236}">
                <a16:creationId xmlns:a16="http://schemas.microsoft.com/office/drawing/2014/main" id="{A7C95F35-2780-7753-AC5E-CE5B046134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E"/>
          </a:p>
        </p:txBody>
      </p:sp>
      <p:sp>
        <p:nvSpPr>
          <p:cNvPr id="6" name="Slide Number Placeholder 5">
            <a:extLst>
              <a:ext uri="{FF2B5EF4-FFF2-40B4-BE49-F238E27FC236}">
                <a16:creationId xmlns:a16="http://schemas.microsoft.com/office/drawing/2014/main" id="{3B851B3B-DF87-9B31-6232-5C1188F2AF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30627C6-651F-4714-B9C1-060194F0E4B7}" type="slidenum">
              <a:rPr lang="en-IE" smtClean="0"/>
              <a:t>‹#›</a:t>
            </a:fld>
            <a:endParaRPr lang="en-IE"/>
          </a:p>
        </p:txBody>
      </p:sp>
    </p:spTree>
    <p:extLst>
      <p:ext uri="{BB962C8B-B14F-4D97-AF65-F5344CB8AC3E}">
        <p14:creationId xmlns:p14="http://schemas.microsoft.com/office/powerpoint/2010/main" val="2671947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jules.google/"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AI AGENTS</a:t>
            </a:r>
          </a:p>
        </p:txBody>
      </p:sp>
      <p:sp>
        <p:nvSpPr>
          <p:cNvPr id="3" name="Subtitle 2"/>
          <p:cNvSpPr>
            <a:spLocks noGrp="1"/>
          </p:cNvSpPr>
          <p:nvPr>
            <p:ph type="subTitle" idx="1"/>
          </p:nvPr>
        </p:nvSpPr>
        <p:spPr/>
        <p:txBody>
          <a:bodyPr/>
          <a:lstStyle/>
          <a:p>
            <a:r>
              <a:rPr lang="en-US"/>
              <a:t>THE FUTURE OF INTELLIGENT AUTOMATION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r>
              <a:t>What is an AI Agent?</a:t>
            </a:r>
            <a:endParaRPr lang="en-IE"/>
          </a:p>
          <a:p>
            <a:r>
              <a:t>How AI Agents Work - The Basic Loop</a:t>
            </a:r>
          </a:p>
          <a:p>
            <a:r>
              <a:t>2025 - The Year of AI Agents</a:t>
            </a:r>
          </a:p>
          <a:p>
            <a:r>
              <a:rPr lang="en-IE"/>
              <a:t>Benefits of Agents</a:t>
            </a:r>
          </a:p>
          <a:p>
            <a:r>
              <a:rPr lang="en-IE"/>
              <a:t>Types of AI Agents</a:t>
            </a:r>
          </a:p>
          <a:p>
            <a:r>
              <a:t>Agentic AI vs Generative A</a:t>
            </a:r>
            <a:r>
              <a:rPr lang="en-IE"/>
              <a:t>I</a:t>
            </a:r>
          </a:p>
          <a:p>
            <a:r>
              <a:rPr lang="en-IE"/>
              <a:t>Google Jules</a:t>
            </a:r>
          </a:p>
          <a:p>
            <a:r>
              <a:rPr lang="en-IE"/>
              <a:t>GitHub Copilot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an AI Agent?</a:t>
            </a:r>
          </a:p>
        </p:txBody>
      </p:sp>
      <p:sp>
        <p:nvSpPr>
          <p:cNvPr id="3" name="Content Placeholder 2"/>
          <p:cNvSpPr>
            <a:spLocks noGrp="1"/>
          </p:cNvSpPr>
          <p:nvPr>
            <p:ph idx="1"/>
          </p:nvPr>
        </p:nvSpPr>
        <p:spPr/>
        <p:txBody>
          <a:bodyPr>
            <a:normAutofit/>
          </a:bodyPr>
          <a:lstStyle/>
          <a:p>
            <a:r>
              <a:rPr b="1"/>
              <a:t>Definition</a:t>
            </a:r>
            <a:r>
              <a:t>: Task-oriented software that autonomously performs actions</a:t>
            </a:r>
            <a:r>
              <a:rPr lang="en-IE"/>
              <a:t>,</a:t>
            </a:r>
            <a:r>
              <a:t> </a:t>
            </a:r>
            <a:r>
              <a:rPr lang="en-IE"/>
              <a:t>using an LLM, </a:t>
            </a:r>
            <a:r>
              <a:t>to achieve goals</a:t>
            </a:r>
            <a:r>
              <a:rPr lang="en-IE"/>
              <a:t>.</a:t>
            </a:r>
            <a:endParaRPr/>
          </a:p>
          <a:p>
            <a:r>
              <a:rPr b="1"/>
              <a:t>Core Characteristics</a:t>
            </a:r>
            <a:r>
              <a:t>:</a:t>
            </a:r>
          </a:p>
          <a:p>
            <a:pPr lvl="1"/>
            <a:r>
              <a:rPr b="1"/>
              <a:t>Autonomy</a:t>
            </a:r>
            <a:r>
              <a:t> - Operates independently with minimal supervision</a:t>
            </a:r>
          </a:p>
          <a:p>
            <a:pPr lvl="1"/>
            <a:r>
              <a:rPr b="1"/>
              <a:t>Perception</a:t>
            </a:r>
            <a:r>
              <a:t> - Understands and interprets its environment</a:t>
            </a:r>
          </a:p>
          <a:p>
            <a:pPr lvl="1"/>
            <a:r>
              <a:rPr b="1"/>
              <a:t>Reasoning</a:t>
            </a:r>
            <a:r>
              <a:t> - Makes decisions based on information</a:t>
            </a:r>
          </a:p>
          <a:p>
            <a:pPr lvl="1"/>
            <a:r>
              <a:rPr b="1"/>
              <a:t>Action</a:t>
            </a:r>
            <a:r>
              <a:t> - Takes concrete steps to achieve objectives</a:t>
            </a:r>
          </a:p>
          <a:p>
            <a:pPr lvl="1"/>
            <a:r>
              <a:rPr b="1"/>
              <a:t>Learning</a:t>
            </a:r>
            <a:r>
              <a:t> - Improves performance through experience</a:t>
            </a:r>
          </a:p>
          <a:p>
            <a:r>
              <a:rPr b="1"/>
              <a:t>Key Distinction</a:t>
            </a:r>
            <a:r>
              <a:t>: Unlike traditional software, AI agents adapt, plan, and make decisions in dynamic environments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ED520-3B07-25E9-F7F5-E3E8908C29F3}"/>
              </a:ext>
            </a:extLst>
          </p:cNvPr>
          <p:cNvSpPr>
            <a:spLocks noGrp="1"/>
          </p:cNvSpPr>
          <p:nvPr>
            <p:ph type="title"/>
          </p:nvPr>
        </p:nvSpPr>
        <p:spPr/>
        <p:txBody>
          <a:bodyPr/>
          <a:lstStyle/>
          <a:p>
            <a:r>
              <a:rPr lang="en-IE"/>
              <a:t>Hype Cycle</a:t>
            </a:r>
          </a:p>
        </p:txBody>
      </p:sp>
      <p:sp>
        <p:nvSpPr>
          <p:cNvPr id="3" name="Content Placeholder 2">
            <a:extLst>
              <a:ext uri="{FF2B5EF4-FFF2-40B4-BE49-F238E27FC236}">
                <a16:creationId xmlns:a16="http://schemas.microsoft.com/office/drawing/2014/main" id="{39818D3C-F6CF-CAF2-25D2-CD01577C5016}"/>
              </a:ext>
            </a:extLst>
          </p:cNvPr>
          <p:cNvSpPr>
            <a:spLocks noGrp="1"/>
          </p:cNvSpPr>
          <p:nvPr>
            <p:ph idx="1"/>
          </p:nvPr>
        </p:nvSpPr>
        <p:spPr>
          <a:xfrm>
            <a:off x="838200" y="1825625"/>
            <a:ext cx="3773487" cy="4351338"/>
          </a:xfrm>
        </p:spPr>
        <p:txBody>
          <a:bodyPr/>
          <a:lstStyle/>
          <a:p>
            <a:r>
              <a:rPr lang="en-IE"/>
              <a:t>Why are we talking about AI Agents?</a:t>
            </a:r>
          </a:p>
        </p:txBody>
      </p:sp>
      <p:pic>
        <p:nvPicPr>
          <p:cNvPr id="1026" name="Picture 2" descr="Gartner Hype Cycle graph showing AI trends including AI Agents at their peak of inflated expectations as of June 2025">
            <a:extLst>
              <a:ext uri="{FF2B5EF4-FFF2-40B4-BE49-F238E27FC236}">
                <a16:creationId xmlns:a16="http://schemas.microsoft.com/office/drawing/2014/main" id="{E1EF90D9-17EB-FB03-380F-32A943BE81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1687" y="0"/>
            <a:ext cx="758031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1033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2025 - The Year of AI Agents</a:t>
            </a:r>
          </a:p>
        </p:txBody>
      </p:sp>
      <p:sp>
        <p:nvSpPr>
          <p:cNvPr id="3" name="Content Placeholder 2"/>
          <p:cNvSpPr>
            <a:spLocks noGrp="1"/>
          </p:cNvSpPr>
          <p:nvPr>
            <p:ph idx="1"/>
          </p:nvPr>
        </p:nvSpPr>
        <p:spPr/>
        <p:txBody>
          <a:bodyPr/>
          <a:lstStyle/>
          <a:p>
            <a:r>
              <a:t>Market Impact: 99% of 1,000 developers surveyed are exploring or developing AI agents (IBM)</a:t>
            </a:r>
          </a:p>
          <a:p>
            <a:r>
              <a:t>Market Growth: $5.1B (2024) → $47.1B (2030) at 44.8% CAGR</a:t>
            </a:r>
          </a:p>
          <a:p>
            <a:r>
              <a:t>Industry Adoption:</a:t>
            </a:r>
          </a:p>
          <a:p>
            <a:pPr lvl="1"/>
            <a:r>
              <a:t>72% of medium/large enterprises currently use agentic AI</a:t>
            </a:r>
          </a:p>
          <a:p>
            <a:pPr lvl="1"/>
            <a:r>
              <a:t>21% plan to adopt within two years</a:t>
            </a:r>
          </a:p>
          <a:p>
            <a:pPr lvl="1"/>
            <a:r>
              <a:t>Expected to resolve 80% of customer service issues by 2029</a:t>
            </a:r>
          </a:p>
          <a:p>
            <a:r>
              <a:t>Andrej </a:t>
            </a:r>
            <a:r>
              <a:rPr err="1"/>
              <a:t>Karpathy</a:t>
            </a:r>
            <a:r>
              <a:t> (OpenAI founder, ex-Tesla AI lead): "This will be the decade of AI agents"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94D35-7EBB-F5C9-FB8E-21B295712DD8}"/>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E395E639-6EBC-EF5E-A770-4B9749FD4E5E}"/>
              </a:ext>
            </a:extLst>
          </p:cNvPr>
          <p:cNvSpPr>
            <a:spLocks noGrp="1"/>
          </p:cNvSpPr>
          <p:nvPr>
            <p:ph idx="1"/>
          </p:nvPr>
        </p:nvSpPr>
        <p:spPr/>
        <p:txBody>
          <a:bodyPr/>
          <a:lstStyle/>
          <a:p>
            <a:endParaRPr lang="en-IE"/>
          </a:p>
        </p:txBody>
      </p:sp>
      <p:pic>
        <p:nvPicPr>
          <p:cNvPr id="2050" name="Picture 2" descr="Mastering AI Coding Agents: Tips and Tricks | by Rustem Glue | Medium">
            <a:extLst>
              <a:ext uri="{FF2B5EF4-FFF2-40B4-BE49-F238E27FC236}">
                <a16:creationId xmlns:a16="http://schemas.microsoft.com/office/drawing/2014/main" id="{29331FFB-A2ED-48ED-9446-DCE6A46AC7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00" y="0"/>
            <a:ext cx="10287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5906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BACF3-7B2C-5971-EBFA-85AB781F1268}"/>
              </a:ext>
            </a:extLst>
          </p:cNvPr>
          <p:cNvSpPr>
            <a:spLocks noGrp="1"/>
          </p:cNvSpPr>
          <p:nvPr>
            <p:ph type="title"/>
          </p:nvPr>
        </p:nvSpPr>
        <p:spPr/>
        <p:txBody>
          <a:bodyPr/>
          <a:lstStyle/>
          <a:p>
            <a:r>
              <a:rPr lang="fr-FR" err="1"/>
              <a:t>Agentic</a:t>
            </a:r>
            <a:r>
              <a:rPr lang="fr-FR"/>
              <a:t> AI versus </a:t>
            </a:r>
            <a:r>
              <a:rPr lang="fr-FR" err="1"/>
              <a:t>Traditional</a:t>
            </a:r>
            <a:r>
              <a:rPr lang="fr-FR"/>
              <a:t> Automation</a:t>
            </a:r>
            <a:endParaRPr lang="en-IE"/>
          </a:p>
        </p:txBody>
      </p:sp>
      <p:sp>
        <p:nvSpPr>
          <p:cNvPr id="3" name="Content Placeholder 2">
            <a:extLst>
              <a:ext uri="{FF2B5EF4-FFF2-40B4-BE49-F238E27FC236}">
                <a16:creationId xmlns:a16="http://schemas.microsoft.com/office/drawing/2014/main" id="{042F257B-3E13-83A0-D3B3-4A7F9DFD7181}"/>
              </a:ext>
            </a:extLst>
          </p:cNvPr>
          <p:cNvSpPr>
            <a:spLocks noGrp="1"/>
          </p:cNvSpPr>
          <p:nvPr>
            <p:ph idx="1"/>
          </p:nvPr>
        </p:nvSpPr>
        <p:spPr>
          <a:xfrm>
            <a:off x="838200" y="1825625"/>
            <a:ext cx="6456854" cy="4351338"/>
          </a:xfrm>
        </p:spPr>
        <p:txBody>
          <a:bodyPr>
            <a:normAutofit fontScale="47500" lnSpcReduction="20000"/>
          </a:bodyPr>
          <a:lstStyle/>
          <a:p>
            <a:r>
              <a:rPr lang="en-US" b="1"/>
              <a:t>Traditional automation </a:t>
            </a:r>
            <a:r>
              <a:rPr lang="en-US"/>
              <a:t>follows predetermined rules and workflows—if X happens, do Y. These systems excel at repetitive, structured tasks with clear decision trees but break when processes change. </a:t>
            </a:r>
          </a:p>
          <a:p>
            <a:r>
              <a:rPr lang="en-US" b="1"/>
              <a:t>Agentic AI </a:t>
            </a:r>
            <a:r>
              <a:rPr lang="en-US"/>
              <a:t>receives goals rather than instructions and determines how to achieve those goals through reasoning, planning, and adaptive execution. Agents handle ambiguity by asking clarifying questions, adapt to changing conditions by replanning when initial approaches fail, and learn from experience to improve future performance.</a:t>
            </a:r>
          </a:p>
          <a:p>
            <a:pPr marL="0" indent="0">
              <a:buNone/>
            </a:pPr>
            <a:r>
              <a:rPr lang="en-US"/>
              <a:t>Key differences include:​</a:t>
            </a:r>
          </a:p>
          <a:p>
            <a:r>
              <a:rPr lang="en-US" b="1"/>
              <a:t>Intelligence and decision-making</a:t>
            </a:r>
            <a:r>
              <a:rPr lang="en-US"/>
              <a:t>: Automation executes predefined logic; agents make autonomous, context-aware decisions.​</a:t>
            </a:r>
          </a:p>
          <a:p>
            <a:r>
              <a:rPr lang="en-US" b="1"/>
              <a:t>Learning and adaptation</a:t>
            </a:r>
            <a:r>
              <a:rPr lang="en-US"/>
              <a:t>: Automation requires manual updates to change behavior; agents learn from interactions and adjust automatically.​</a:t>
            </a:r>
          </a:p>
          <a:p>
            <a:r>
              <a:rPr lang="en-US" b="1"/>
              <a:t>Flexibility</a:t>
            </a:r>
            <a:r>
              <a:rPr lang="en-US"/>
              <a:t>: Automation is rigid and breaks when inputs vary from expectations; agents handle novel situations by reasoning through problems.​</a:t>
            </a:r>
          </a:p>
          <a:p>
            <a:r>
              <a:rPr lang="en-US" b="1"/>
              <a:t>Scope:</a:t>
            </a:r>
            <a:r>
              <a:rPr lang="en-US"/>
              <a:t> Automation excels at narrow, repetitive tasks; agents tackle complex, dynamic challenges requiring judgment.​</a:t>
            </a:r>
          </a:p>
          <a:p>
            <a:r>
              <a:rPr lang="en-US"/>
              <a:t>This doesn't mean agents replace automation entirely—rather, forward-thinking organizations use both strategically. Traditional automation handles high-volume, deterministic tasks where consistency and speed matter most (data entry, scheduled reports, simple integrations), while agents address areas requiring judgment, personalization, and adaptation (customer support, research, complex workflow optimization).</a:t>
            </a:r>
          </a:p>
          <a:p>
            <a:endParaRPr lang="en-IE"/>
          </a:p>
        </p:txBody>
      </p:sp>
      <p:pic>
        <p:nvPicPr>
          <p:cNvPr id="3074" name="Picture 2" descr="Comparison of Traditional Automation versus AI Agents across five key capability dimensions, showing AI agents' significant advantages">
            <a:extLst>
              <a:ext uri="{FF2B5EF4-FFF2-40B4-BE49-F238E27FC236}">
                <a16:creationId xmlns:a16="http://schemas.microsoft.com/office/drawing/2014/main" id="{E4529296-8E21-1B4B-E10D-AEAE264E1B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95054" y="2185194"/>
            <a:ext cx="4896945" cy="32646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4638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B1661-9757-81C0-B037-E616798F24F5}"/>
              </a:ext>
            </a:extLst>
          </p:cNvPr>
          <p:cNvSpPr>
            <a:spLocks noGrp="1"/>
          </p:cNvSpPr>
          <p:nvPr>
            <p:ph type="title"/>
          </p:nvPr>
        </p:nvSpPr>
        <p:spPr/>
        <p:txBody>
          <a:bodyPr/>
          <a:lstStyle/>
          <a:p>
            <a:r>
              <a:rPr lang="en-IE"/>
              <a:t>Benefits of Agents</a:t>
            </a:r>
          </a:p>
        </p:txBody>
      </p:sp>
      <p:sp>
        <p:nvSpPr>
          <p:cNvPr id="3" name="Content Placeholder 2">
            <a:extLst>
              <a:ext uri="{FF2B5EF4-FFF2-40B4-BE49-F238E27FC236}">
                <a16:creationId xmlns:a16="http://schemas.microsoft.com/office/drawing/2014/main" id="{4C9F41A4-0EE6-7A0A-714F-263C7F731B72}"/>
              </a:ext>
            </a:extLst>
          </p:cNvPr>
          <p:cNvSpPr>
            <a:spLocks noGrp="1"/>
          </p:cNvSpPr>
          <p:nvPr>
            <p:ph idx="1"/>
          </p:nvPr>
        </p:nvSpPr>
        <p:spPr/>
        <p:txBody>
          <a:bodyPr>
            <a:normAutofit fontScale="92500" lnSpcReduction="20000"/>
          </a:bodyPr>
          <a:lstStyle/>
          <a:p>
            <a:r>
              <a:rPr lang="en-US" b="1"/>
              <a:t>Accelerated Software Development:</a:t>
            </a:r>
            <a:r>
              <a:rPr lang="en-US"/>
              <a:t> Agents help with coding, debugging, and documentation, speeding up development cycles and maintaining code quality.</a:t>
            </a:r>
          </a:p>
          <a:p>
            <a:r>
              <a:rPr lang="en-US" b="1"/>
              <a:t>Increased Team Productivity:</a:t>
            </a:r>
            <a:r>
              <a:rPr lang="en-US"/>
              <a:t> Automate routine tasks, manage schedules, and optimize workflows, freeing up team members for creative and strategic work.</a:t>
            </a:r>
          </a:p>
          <a:p>
            <a:r>
              <a:rPr lang="en-US" b="1"/>
              <a:t>Faster Information Analysis:</a:t>
            </a:r>
            <a:r>
              <a:rPr lang="en-US"/>
              <a:t> Agents handle large data amounts, extract key insights, and create summaries quickly, enabling faster data-driven decisions.</a:t>
            </a:r>
          </a:p>
          <a:p>
            <a:r>
              <a:rPr lang="en-US" b="1"/>
              <a:t>Improved Data Quality and Consistency:</a:t>
            </a:r>
            <a:r>
              <a:rPr lang="en-US"/>
              <a:t> Automatically process and enrich data, reducing manual data entry errors.</a:t>
            </a:r>
          </a:p>
          <a:p>
            <a:r>
              <a:rPr lang="en-US" b="1"/>
              <a:t>Enhanced Customer Experience:</a:t>
            </a:r>
            <a:r>
              <a:rPr lang="en-US"/>
              <a:t> Agents speed up response times, handle basic inquiries, and provide 24/7 support.</a:t>
            </a:r>
          </a:p>
          <a:p>
            <a:endParaRPr lang="en-IE"/>
          </a:p>
        </p:txBody>
      </p:sp>
    </p:spTree>
    <p:extLst>
      <p:ext uri="{BB962C8B-B14F-4D97-AF65-F5344CB8AC3E}">
        <p14:creationId xmlns:p14="http://schemas.microsoft.com/office/powerpoint/2010/main" val="3319761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Types of AI Agents</a:t>
            </a:r>
          </a:p>
        </p:txBody>
      </p:sp>
      <p:sp>
        <p:nvSpPr>
          <p:cNvPr id="3" name="Content Placeholder 2"/>
          <p:cNvSpPr>
            <a:spLocks noGrp="1"/>
          </p:cNvSpPr>
          <p:nvPr>
            <p:ph idx="1"/>
          </p:nvPr>
        </p:nvSpPr>
        <p:spPr/>
        <p:txBody>
          <a:bodyPr>
            <a:normAutofit lnSpcReduction="10000"/>
          </a:bodyPr>
          <a:lstStyle/>
          <a:p>
            <a:pPr marL="514350" indent="-514350">
              <a:buFont typeface="+mj-lt"/>
              <a:buAutoNum type="arabicPeriod"/>
            </a:pPr>
            <a:r>
              <a:rPr b="1"/>
              <a:t>Simple Reflex Agents</a:t>
            </a:r>
            <a:r>
              <a:t> - React to current conditions only (e.g., spam filters)</a:t>
            </a:r>
          </a:p>
          <a:p>
            <a:pPr marL="514350" indent="-514350">
              <a:buFont typeface="+mj-lt"/>
              <a:buAutoNum type="arabicPeriod"/>
            </a:pPr>
            <a:r>
              <a:rPr b="1"/>
              <a:t>Model-Based Agents </a:t>
            </a:r>
            <a:r>
              <a:t>- Maintain internal state/memory (e.g., navigation systems)</a:t>
            </a:r>
          </a:p>
          <a:p>
            <a:pPr marL="514350" indent="-514350">
              <a:buFont typeface="+mj-lt"/>
              <a:buAutoNum type="arabicPeriod"/>
            </a:pPr>
            <a:r>
              <a:rPr b="1"/>
              <a:t>Goal-Based Agents </a:t>
            </a:r>
            <a:r>
              <a:t>- Work toward specific objectives (e.g., route optimization)</a:t>
            </a:r>
          </a:p>
          <a:p>
            <a:pPr marL="514350" indent="-514350">
              <a:buFont typeface="+mj-lt"/>
              <a:buAutoNum type="arabicPeriod"/>
            </a:pPr>
            <a:r>
              <a:rPr b="1"/>
              <a:t>Utility-Based Agents </a:t>
            </a:r>
            <a:r>
              <a:t>- Maximize outcome quality (e.g., financial portfolio managers)</a:t>
            </a:r>
          </a:p>
          <a:p>
            <a:pPr marL="514350" indent="-514350">
              <a:buFont typeface="+mj-lt"/>
              <a:buAutoNum type="arabicPeriod"/>
            </a:pPr>
            <a:r>
              <a:rPr b="1"/>
              <a:t>Learning Agents</a:t>
            </a:r>
            <a:r>
              <a:t> - Improve over time, adapt to new situations (e.g., Netflix/Spotify recommendations)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Agentic AI vs Generative AI</a:t>
            </a:r>
          </a:p>
        </p:txBody>
      </p:sp>
      <p:sp>
        <p:nvSpPr>
          <p:cNvPr id="3" name="Content Placeholder 2"/>
          <p:cNvSpPr>
            <a:spLocks noGrp="1"/>
          </p:cNvSpPr>
          <p:nvPr>
            <p:ph idx="1"/>
          </p:nvPr>
        </p:nvSpPr>
        <p:spPr/>
        <p:txBody>
          <a:bodyPr>
            <a:normAutofit fontScale="92500" lnSpcReduction="20000"/>
          </a:bodyPr>
          <a:lstStyle/>
          <a:p>
            <a:r>
              <a:rPr b="1"/>
              <a:t>Purpose</a:t>
            </a:r>
            <a:r>
              <a:t>: Generative AI creates content | Agentic AI takes actions and completes tasks</a:t>
            </a:r>
          </a:p>
          <a:p>
            <a:r>
              <a:rPr b="1"/>
              <a:t>Input</a:t>
            </a:r>
            <a:r>
              <a:t>: Generative AI requires explicit prompts | Agentic AI infers tasks from context</a:t>
            </a:r>
          </a:p>
          <a:p>
            <a:r>
              <a:rPr b="1"/>
              <a:t>Output</a:t>
            </a:r>
            <a:r>
              <a:t>: Generative AI produces static responses | Agentic AI performs dynamic actions</a:t>
            </a:r>
          </a:p>
          <a:p>
            <a:r>
              <a:rPr b="1"/>
              <a:t>Autonomy</a:t>
            </a:r>
            <a:r>
              <a:t>: Generative AI needs direction | Agentic AI operates independently</a:t>
            </a:r>
          </a:p>
          <a:p>
            <a:r>
              <a:rPr b="1"/>
              <a:t>Examples</a:t>
            </a:r>
            <a:r>
              <a:t>: ChatGPT, DALL-E (Generative) | Virtual assistants, autonomous agents (Agentic)</a:t>
            </a:r>
          </a:p>
          <a:p>
            <a:r>
              <a:rPr b="1"/>
              <a:t>Key Insight</a:t>
            </a:r>
            <a:r>
              <a:t>: Generative AI tools require human prompting; Agentic AI plans, reasons, and acts with minimal oversight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2C354-0908-0D9B-EB84-9074D8DFFB8E}"/>
              </a:ext>
            </a:extLst>
          </p:cNvPr>
          <p:cNvSpPr>
            <a:spLocks noGrp="1"/>
          </p:cNvSpPr>
          <p:nvPr>
            <p:ph type="title"/>
          </p:nvPr>
        </p:nvSpPr>
        <p:spPr/>
        <p:txBody>
          <a:bodyPr>
            <a:normAutofit/>
          </a:bodyPr>
          <a:lstStyle/>
          <a:p>
            <a:r>
              <a:rPr lang="en-US" sz="3600" b="1"/>
              <a:t>Distinguishing AI agents from bots and assistants</a:t>
            </a:r>
            <a:endParaRPr lang="en-IE" sz="3600"/>
          </a:p>
        </p:txBody>
      </p:sp>
      <p:sp>
        <p:nvSpPr>
          <p:cNvPr id="3" name="Content Placeholder 2">
            <a:extLst>
              <a:ext uri="{FF2B5EF4-FFF2-40B4-BE49-F238E27FC236}">
                <a16:creationId xmlns:a16="http://schemas.microsoft.com/office/drawing/2014/main" id="{780F4AE3-F0D2-3601-C6D0-AA3DDCE6DB4A}"/>
              </a:ext>
            </a:extLst>
          </p:cNvPr>
          <p:cNvSpPr>
            <a:spLocks noGrp="1"/>
          </p:cNvSpPr>
          <p:nvPr>
            <p:ph idx="1"/>
          </p:nvPr>
        </p:nvSpPr>
        <p:spPr/>
        <p:txBody>
          <a:bodyPr/>
          <a:lstStyle/>
          <a:p>
            <a:endParaRPr lang="en-IE"/>
          </a:p>
        </p:txBody>
      </p:sp>
      <p:pic>
        <p:nvPicPr>
          <p:cNvPr id="1026" name="Picture 2" descr="ai agents 3">
            <a:extLst>
              <a:ext uri="{FF2B5EF4-FFF2-40B4-BE49-F238E27FC236}">
                <a16:creationId xmlns:a16="http://schemas.microsoft.com/office/drawing/2014/main" id="{7BF509BB-1FA3-DF77-899B-F1023997DC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9272" y="1725846"/>
            <a:ext cx="9393455" cy="51321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00873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F1D9A-A11F-21A9-2B0B-7995A0D3BA28}"/>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6332B12E-924C-428C-8B7A-8F94C57313FE}"/>
              </a:ext>
            </a:extLst>
          </p:cNvPr>
          <p:cNvSpPr>
            <a:spLocks noGrp="1"/>
          </p:cNvSpPr>
          <p:nvPr>
            <p:ph idx="1"/>
          </p:nvPr>
        </p:nvSpPr>
        <p:spPr/>
        <p:txBody>
          <a:bodyPr/>
          <a:lstStyle/>
          <a:p>
            <a:endParaRPr lang="en-IE"/>
          </a:p>
        </p:txBody>
      </p:sp>
      <p:pic>
        <p:nvPicPr>
          <p:cNvPr id="1026" name="Picture 2" descr="AI-2027: AIs to handle complex coding tasks with 80% reliability | Lukas  Kaminskis posted on the topic | LinkedIn">
            <a:extLst>
              <a:ext uri="{FF2B5EF4-FFF2-40B4-BE49-F238E27FC236}">
                <a16:creationId xmlns:a16="http://schemas.microsoft.com/office/drawing/2014/main" id="{65C6E1DA-1236-B93E-1153-AC814CE0C2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0306" y="26084"/>
            <a:ext cx="10351388" cy="68319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18945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A3684-BBEC-8B56-FEBC-B260E3F86D53}"/>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85548DED-1E93-1415-E98B-AF7901F4D2D1}"/>
              </a:ext>
            </a:extLst>
          </p:cNvPr>
          <p:cNvSpPr>
            <a:spLocks noGrp="1"/>
          </p:cNvSpPr>
          <p:nvPr>
            <p:ph idx="1"/>
          </p:nvPr>
        </p:nvSpPr>
        <p:spPr/>
        <p:txBody>
          <a:bodyPr/>
          <a:lstStyle/>
          <a:p>
            <a:endParaRPr lang="en-IE"/>
          </a:p>
        </p:txBody>
      </p:sp>
      <p:pic>
        <p:nvPicPr>
          <p:cNvPr id="3074" name="Picture 2" descr="AI Coding Assistants Landscape 03/2025">
            <a:extLst>
              <a:ext uri="{FF2B5EF4-FFF2-40B4-BE49-F238E27FC236}">
                <a16:creationId xmlns:a16="http://schemas.microsoft.com/office/drawing/2014/main" id="{F0B4B7EC-5CB4-693A-4C03-38826A8AA4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6163" y="0"/>
            <a:ext cx="755808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7100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363CD-39AB-D956-234B-FB641862EFF0}"/>
              </a:ext>
            </a:extLst>
          </p:cNvPr>
          <p:cNvSpPr>
            <a:spLocks noGrp="1"/>
          </p:cNvSpPr>
          <p:nvPr>
            <p:ph type="title"/>
          </p:nvPr>
        </p:nvSpPr>
        <p:spPr/>
        <p:txBody>
          <a:bodyPr/>
          <a:lstStyle/>
          <a:p>
            <a:r>
              <a:rPr lang="en-IE"/>
              <a:t>Core Components of AI Agents</a:t>
            </a:r>
          </a:p>
        </p:txBody>
      </p:sp>
      <p:sp>
        <p:nvSpPr>
          <p:cNvPr id="3" name="Content Placeholder 2">
            <a:extLst>
              <a:ext uri="{FF2B5EF4-FFF2-40B4-BE49-F238E27FC236}">
                <a16:creationId xmlns:a16="http://schemas.microsoft.com/office/drawing/2014/main" id="{B31BD2C3-A554-0214-2040-04B4A84F064C}"/>
              </a:ext>
            </a:extLst>
          </p:cNvPr>
          <p:cNvSpPr>
            <a:spLocks noGrp="1"/>
          </p:cNvSpPr>
          <p:nvPr>
            <p:ph idx="1"/>
          </p:nvPr>
        </p:nvSpPr>
        <p:spPr>
          <a:xfrm>
            <a:off x="838200" y="1825625"/>
            <a:ext cx="4593336" cy="4351338"/>
          </a:xfrm>
        </p:spPr>
        <p:txBody>
          <a:bodyPr numCol="1">
            <a:normAutofit fontScale="77500" lnSpcReduction="20000"/>
          </a:bodyPr>
          <a:lstStyle/>
          <a:p>
            <a:pPr marL="457200" indent="-457200">
              <a:buFont typeface="+mj-lt"/>
              <a:buAutoNum type="arabicPeriod"/>
            </a:pPr>
            <a:r>
              <a:rPr lang="en-IE" sz="2400" b="1">
                <a:solidFill>
                  <a:srgbClr val="141413"/>
                </a:solidFill>
                <a:latin typeface="anthropicSerif"/>
              </a:rPr>
              <a:t>LLM (Brain)</a:t>
            </a:r>
            <a:endParaRPr lang="en-IE" sz="2400">
              <a:solidFill>
                <a:srgbClr val="141413"/>
              </a:solidFill>
              <a:latin typeface="anthropicSerif"/>
            </a:endParaRPr>
          </a:p>
          <a:p>
            <a:pPr marL="914400" lvl="1" indent="-457200">
              <a:buFont typeface="+mj-lt"/>
              <a:buAutoNum type="arabicPeriod"/>
            </a:pPr>
            <a:r>
              <a:rPr lang="en-IE">
                <a:solidFill>
                  <a:srgbClr val="141413"/>
                </a:solidFill>
                <a:latin typeface="anthropicSerif"/>
              </a:rPr>
              <a:t>Language understanding and generation</a:t>
            </a:r>
          </a:p>
          <a:p>
            <a:pPr marL="914400" lvl="1" indent="-457200">
              <a:spcBef>
                <a:spcPts val="750"/>
              </a:spcBef>
              <a:buFont typeface="+mj-lt"/>
              <a:buAutoNum type="arabicPeriod"/>
            </a:pPr>
            <a:r>
              <a:rPr lang="en-IE">
                <a:solidFill>
                  <a:srgbClr val="141413"/>
                </a:solidFill>
                <a:latin typeface="anthropicSerif"/>
              </a:rPr>
              <a:t>GPT-4, Claude, Gemini models</a:t>
            </a:r>
          </a:p>
          <a:p>
            <a:pPr marL="457200" indent="-457200">
              <a:spcBef>
                <a:spcPts val="750"/>
              </a:spcBef>
              <a:buFont typeface="+mj-lt"/>
              <a:buAutoNum type="arabicPeriod"/>
            </a:pPr>
            <a:r>
              <a:rPr lang="en-IE" sz="2400" b="1">
                <a:solidFill>
                  <a:srgbClr val="141413"/>
                </a:solidFill>
                <a:latin typeface="anthropicSerif"/>
              </a:rPr>
              <a:t>Memory</a:t>
            </a:r>
            <a:endParaRPr lang="en-IE" sz="2400">
              <a:solidFill>
                <a:srgbClr val="141413"/>
              </a:solidFill>
              <a:latin typeface="anthropicSerif"/>
            </a:endParaRPr>
          </a:p>
          <a:p>
            <a:pPr marL="914400" lvl="1" indent="-457200">
              <a:spcBef>
                <a:spcPts val="750"/>
              </a:spcBef>
              <a:buFont typeface="+mj-lt"/>
              <a:buAutoNum type="arabicPeriod"/>
            </a:pPr>
            <a:r>
              <a:rPr lang="en-IE">
                <a:solidFill>
                  <a:srgbClr val="141413"/>
                </a:solidFill>
                <a:latin typeface="anthropicSerif"/>
              </a:rPr>
              <a:t>Short-term: Current conversation/task</a:t>
            </a:r>
          </a:p>
          <a:p>
            <a:pPr marL="914400" lvl="1" indent="-457200">
              <a:spcBef>
                <a:spcPts val="750"/>
              </a:spcBef>
              <a:buFont typeface="+mj-lt"/>
              <a:buAutoNum type="arabicPeriod"/>
            </a:pPr>
            <a:r>
              <a:rPr lang="en-IE">
                <a:solidFill>
                  <a:srgbClr val="141413"/>
                </a:solidFill>
                <a:latin typeface="anthropicSerif"/>
              </a:rPr>
              <a:t>Long-term: Past interactions, learned knowledge</a:t>
            </a:r>
          </a:p>
          <a:p>
            <a:pPr marL="914400" lvl="1" indent="-457200">
              <a:spcBef>
                <a:spcPts val="750"/>
              </a:spcBef>
              <a:buFont typeface="+mj-lt"/>
              <a:buAutoNum type="arabicPeriod"/>
            </a:pPr>
            <a:r>
              <a:rPr lang="en-IE">
                <a:solidFill>
                  <a:srgbClr val="141413"/>
                </a:solidFill>
                <a:latin typeface="anthropicSerif"/>
              </a:rPr>
              <a:t>Stored in vector databases</a:t>
            </a:r>
          </a:p>
          <a:p>
            <a:pPr marL="457200" indent="-457200">
              <a:spcBef>
                <a:spcPts val="750"/>
              </a:spcBef>
              <a:buFont typeface="+mj-lt"/>
              <a:buAutoNum type="arabicPeriod"/>
            </a:pPr>
            <a:r>
              <a:rPr lang="en-IE" sz="2400" b="1">
                <a:solidFill>
                  <a:srgbClr val="141413"/>
                </a:solidFill>
                <a:latin typeface="anthropicSerif"/>
              </a:rPr>
              <a:t>Tools</a:t>
            </a:r>
            <a:endParaRPr lang="en-IE" sz="2400">
              <a:solidFill>
                <a:srgbClr val="141413"/>
              </a:solidFill>
              <a:latin typeface="anthropicSerif"/>
            </a:endParaRPr>
          </a:p>
          <a:p>
            <a:pPr marL="914400" lvl="1" indent="-457200">
              <a:spcBef>
                <a:spcPts val="750"/>
              </a:spcBef>
              <a:buFont typeface="+mj-lt"/>
              <a:buAutoNum type="arabicPeriod"/>
            </a:pPr>
            <a:r>
              <a:rPr lang="en-IE">
                <a:solidFill>
                  <a:srgbClr val="141413"/>
                </a:solidFill>
                <a:latin typeface="anthropicSerif"/>
              </a:rPr>
              <a:t>Web search capabilities</a:t>
            </a:r>
          </a:p>
          <a:p>
            <a:pPr marL="914400" lvl="1" indent="-457200">
              <a:spcBef>
                <a:spcPts val="750"/>
              </a:spcBef>
              <a:buFont typeface="+mj-lt"/>
              <a:buAutoNum type="arabicPeriod"/>
            </a:pPr>
            <a:r>
              <a:rPr lang="en-IE">
                <a:solidFill>
                  <a:srgbClr val="141413"/>
                </a:solidFill>
                <a:latin typeface="anthropicSerif"/>
              </a:rPr>
              <a:t>API integrations</a:t>
            </a:r>
          </a:p>
          <a:p>
            <a:pPr marL="914400" lvl="1" indent="-457200">
              <a:spcBef>
                <a:spcPts val="750"/>
              </a:spcBef>
              <a:buFont typeface="+mj-lt"/>
              <a:buAutoNum type="arabicPeriod"/>
            </a:pPr>
            <a:r>
              <a:rPr lang="en-IE">
                <a:solidFill>
                  <a:srgbClr val="141413"/>
                </a:solidFill>
                <a:latin typeface="anthropicSerif"/>
              </a:rPr>
              <a:t>Code execution</a:t>
            </a:r>
          </a:p>
          <a:p>
            <a:pPr marL="914400" lvl="1" indent="-457200">
              <a:spcBef>
                <a:spcPts val="750"/>
              </a:spcBef>
              <a:buFont typeface="+mj-lt"/>
              <a:buAutoNum type="arabicPeriod"/>
            </a:pPr>
            <a:r>
              <a:rPr lang="en-IE">
                <a:solidFill>
                  <a:srgbClr val="141413"/>
                </a:solidFill>
                <a:latin typeface="anthropicSerif"/>
              </a:rPr>
              <a:t>Database queries</a:t>
            </a:r>
          </a:p>
        </p:txBody>
      </p:sp>
      <p:pic>
        <p:nvPicPr>
          <p:cNvPr id="5" name="Picture 4">
            <a:extLst>
              <a:ext uri="{FF2B5EF4-FFF2-40B4-BE49-F238E27FC236}">
                <a16:creationId xmlns:a16="http://schemas.microsoft.com/office/drawing/2014/main" id="{335FC270-F35A-D902-C8B3-F93064A89812}"/>
              </a:ext>
            </a:extLst>
          </p:cNvPr>
          <p:cNvPicPr>
            <a:picLocks noChangeAspect="1"/>
          </p:cNvPicPr>
          <p:nvPr/>
        </p:nvPicPr>
        <p:blipFill>
          <a:blip r:embed="rId2"/>
          <a:stretch>
            <a:fillRect/>
          </a:stretch>
        </p:blipFill>
        <p:spPr>
          <a:xfrm>
            <a:off x="4775739" y="3175435"/>
            <a:ext cx="7106642" cy="2143424"/>
          </a:xfrm>
          <a:prstGeom prst="rect">
            <a:avLst/>
          </a:prstGeom>
        </p:spPr>
      </p:pic>
    </p:spTree>
    <p:extLst>
      <p:ext uri="{BB962C8B-B14F-4D97-AF65-F5344CB8AC3E}">
        <p14:creationId xmlns:p14="http://schemas.microsoft.com/office/powerpoint/2010/main" val="1513395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8028E-9E5B-C299-F14E-E2FC51463E70}"/>
              </a:ext>
            </a:extLst>
          </p:cNvPr>
          <p:cNvSpPr>
            <a:spLocks noGrp="1"/>
          </p:cNvSpPr>
          <p:nvPr>
            <p:ph type="title"/>
          </p:nvPr>
        </p:nvSpPr>
        <p:spPr/>
        <p:txBody>
          <a:bodyPr>
            <a:normAutofit/>
          </a:bodyPr>
          <a:lstStyle/>
          <a:p>
            <a:r>
              <a:rPr lang="en-US" sz="3600"/>
              <a:t>AI Agent Autonomous Workflow (The </a:t>
            </a:r>
            <a:r>
              <a:rPr lang="en-US" sz="3600" err="1"/>
              <a:t>ReAct</a:t>
            </a:r>
            <a:r>
              <a:rPr lang="en-US" sz="3600"/>
              <a:t> Framework)</a:t>
            </a:r>
            <a:endParaRPr lang="en-IE" sz="3600"/>
          </a:p>
        </p:txBody>
      </p:sp>
      <p:sp>
        <p:nvSpPr>
          <p:cNvPr id="3" name="Content Placeholder 2">
            <a:extLst>
              <a:ext uri="{FF2B5EF4-FFF2-40B4-BE49-F238E27FC236}">
                <a16:creationId xmlns:a16="http://schemas.microsoft.com/office/drawing/2014/main" id="{389E2A23-765F-64A0-5164-AF6B399D6535}"/>
              </a:ext>
            </a:extLst>
          </p:cNvPr>
          <p:cNvSpPr>
            <a:spLocks noGrp="1"/>
          </p:cNvSpPr>
          <p:nvPr>
            <p:ph idx="1"/>
          </p:nvPr>
        </p:nvSpPr>
        <p:spPr>
          <a:xfrm>
            <a:off x="838200" y="1825624"/>
            <a:ext cx="10515600" cy="5032376"/>
          </a:xfrm>
        </p:spPr>
        <p:txBody>
          <a:bodyPr>
            <a:normAutofit fontScale="92500" lnSpcReduction="20000"/>
          </a:bodyPr>
          <a:lstStyle/>
          <a:p>
            <a:r>
              <a:rPr lang="en-US">
                <a:solidFill>
                  <a:srgbClr val="303030"/>
                </a:solidFill>
                <a:latin typeface="Google Sans Text"/>
              </a:rPr>
              <a:t>This flowchart visualizes the dynamic, iterative </a:t>
            </a:r>
            <a:r>
              <a:rPr lang="en-US" b="1">
                <a:solidFill>
                  <a:srgbClr val="303030"/>
                </a:solidFill>
                <a:latin typeface="Google Sans Text"/>
              </a:rPr>
              <a:t>Thought-Action-Observation</a:t>
            </a:r>
            <a:r>
              <a:rPr lang="en-US">
                <a:solidFill>
                  <a:srgbClr val="303030"/>
                </a:solidFill>
                <a:latin typeface="Google Sans Text"/>
              </a:rPr>
              <a:t> loop, which is central to enabling autonomous problem-solving in modern agents</a:t>
            </a:r>
          </a:p>
          <a:p>
            <a:endParaRPr lang="en-US">
              <a:solidFill>
                <a:srgbClr val="303030"/>
              </a:solidFill>
              <a:latin typeface="Google Sans Text"/>
            </a:endParaRPr>
          </a:p>
          <a:p>
            <a:endParaRPr lang="en-US">
              <a:solidFill>
                <a:srgbClr val="303030"/>
              </a:solidFill>
              <a:latin typeface="Google Sans Text"/>
            </a:endParaRPr>
          </a:p>
          <a:p>
            <a:r>
              <a:rPr lang="en-US">
                <a:solidFill>
                  <a:srgbClr val="303030"/>
                </a:solidFill>
                <a:latin typeface="Google Sans Text"/>
              </a:rPr>
              <a:t>The agent starts with a </a:t>
            </a:r>
            <a:r>
              <a:rPr lang="en-US" b="1">
                <a:solidFill>
                  <a:srgbClr val="303030"/>
                </a:solidFill>
                <a:latin typeface="Google Sans Text"/>
              </a:rPr>
              <a:t>Goal</a:t>
            </a:r>
            <a:r>
              <a:rPr lang="en-US">
                <a:solidFill>
                  <a:srgbClr val="303030"/>
                </a:solidFill>
                <a:latin typeface="Google Sans Text"/>
              </a:rPr>
              <a:t> and begins an iterative cycle. </a:t>
            </a:r>
          </a:p>
          <a:p>
            <a:pPr marL="0" indent="0">
              <a:buNone/>
            </a:pPr>
            <a:endParaRPr lang="en-US">
              <a:solidFill>
                <a:srgbClr val="303030"/>
              </a:solidFill>
              <a:latin typeface="Google Sans Text"/>
            </a:endParaRPr>
          </a:p>
          <a:p>
            <a:r>
              <a:rPr lang="en-US">
                <a:solidFill>
                  <a:srgbClr val="303030"/>
                </a:solidFill>
                <a:latin typeface="Google Sans Text"/>
              </a:rPr>
              <a:t>It first generates a </a:t>
            </a:r>
            <a:r>
              <a:rPr lang="en-US" b="1">
                <a:solidFill>
                  <a:srgbClr val="303030"/>
                </a:solidFill>
                <a:latin typeface="Google Sans Text"/>
              </a:rPr>
              <a:t>Thought</a:t>
            </a:r>
            <a:r>
              <a:rPr lang="en-US">
                <a:solidFill>
                  <a:srgbClr val="303030"/>
                </a:solidFill>
                <a:latin typeface="Google Sans Text"/>
              </a:rPr>
              <a:t>, which is verbalized reasoning or planning (task decomposition). </a:t>
            </a:r>
          </a:p>
          <a:p>
            <a:r>
              <a:rPr lang="en-US">
                <a:solidFill>
                  <a:srgbClr val="303030"/>
                </a:solidFill>
                <a:latin typeface="Google Sans Text"/>
              </a:rPr>
              <a:t>This leads to an </a:t>
            </a:r>
            <a:r>
              <a:rPr lang="en-US" b="1">
                <a:solidFill>
                  <a:srgbClr val="303030"/>
                </a:solidFill>
                <a:latin typeface="Google Sans Text"/>
              </a:rPr>
              <a:t>Action</a:t>
            </a:r>
            <a:r>
              <a:rPr lang="en-US">
                <a:solidFill>
                  <a:srgbClr val="303030"/>
                </a:solidFill>
                <a:latin typeface="Google Sans Text"/>
              </a:rPr>
              <a:t> (invoking a tool, executing code). The result is an </a:t>
            </a:r>
            <a:r>
              <a:rPr lang="en-US" b="1">
                <a:solidFill>
                  <a:srgbClr val="303030"/>
                </a:solidFill>
                <a:latin typeface="Google Sans Text"/>
              </a:rPr>
              <a:t>Observation</a:t>
            </a:r>
            <a:r>
              <a:rPr lang="en-US">
                <a:solidFill>
                  <a:srgbClr val="303030"/>
                </a:solidFill>
                <a:latin typeface="Google Sans Text"/>
              </a:rPr>
              <a:t> (feedback from the environment). </a:t>
            </a:r>
          </a:p>
          <a:p>
            <a:r>
              <a:rPr lang="en-US">
                <a:solidFill>
                  <a:srgbClr val="303030"/>
                </a:solidFill>
                <a:latin typeface="Google Sans Text"/>
              </a:rPr>
              <a:t>If the </a:t>
            </a:r>
            <a:r>
              <a:rPr lang="en-US" b="1">
                <a:solidFill>
                  <a:srgbClr val="303030"/>
                </a:solidFill>
                <a:latin typeface="Google Sans Text"/>
              </a:rPr>
              <a:t>Goal is Satisfied</a:t>
            </a:r>
            <a:r>
              <a:rPr lang="en-US">
                <a:solidFill>
                  <a:srgbClr val="303030"/>
                </a:solidFill>
                <a:latin typeface="Google Sans Text"/>
              </a:rPr>
              <a:t>, the agent delivers the </a:t>
            </a:r>
            <a:r>
              <a:rPr lang="en-US" b="1">
                <a:solidFill>
                  <a:srgbClr val="303030"/>
                </a:solidFill>
                <a:latin typeface="Google Sans Text"/>
              </a:rPr>
              <a:t>Final Output</a:t>
            </a:r>
            <a:r>
              <a:rPr lang="en-US">
                <a:solidFill>
                  <a:srgbClr val="303030"/>
                </a:solidFill>
                <a:latin typeface="Google Sans Text"/>
              </a:rPr>
              <a:t>; otherwise, the observation informs the next Thought, restarting the loop. This dynamic planning allows agents to adapt to unexpected obstacles.</a:t>
            </a:r>
            <a:endParaRPr lang="en-IE"/>
          </a:p>
        </p:txBody>
      </p:sp>
      <p:pic>
        <p:nvPicPr>
          <p:cNvPr id="4" name="Content Placeholder 4">
            <a:extLst>
              <a:ext uri="{FF2B5EF4-FFF2-40B4-BE49-F238E27FC236}">
                <a16:creationId xmlns:a16="http://schemas.microsoft.com/office/drawing/2014/main" id="{C6E43CAC-693F-401D-4B44-E7A474D744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606" y="2813363"/>
            <a:ext cx="11932787" cy="1464441"/>
          </a:xfrm>
          <a:prstGeom prst="rect">
            <a:avLst/>
          </a:prstGeom>
        </p:spPr>
      </p:pic>
    </p:spTree>
    <p:extLst>
      <p:ext uri="{BB962C8B-B14F-4D97-AF65-F5344CB8AC3E}">
        <p14:creationId xmlns:p14="http://schemas.microsoft.com/office/powerpoint/2010/main" val="20025297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17010-EE02-F824-9AC1-2A6DCCFB2281}"/>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1221C110-E4CC-27CE-F30F-50361EAF76FC}"/>
              </a:ext>
            </a:extLst>
          </p:cNvPr>
          <p:cNvSpPr>
            <a:spLocks noGrp="1"/>
          </p:cNvSpPr>
          <p:nvPr>
            <p:ph idx="1"/>
          </p:nvPr>
        </p:nvSpPr>
        <p:spPr/>
        <p:txBody>
          <a:bodyPr/>
          <a:lstStyle/>
          <a:p>
            <a:endParaRPr lang="en-IE"/>
          </a:p>
        </p:txBody>
      </p:sp>
      <p:pic>
        <p:nvPicPr>
          <p:cNvPr id="2050" name="Picture 2" descr="AI Agent Workflow showing the iterative cycle of Reasoning and Acting (ReAct framework) with core components">
            <a:extLst>
              <a:ext uri="{FF2B5EF4-FFF2-40B4-BE49-F238E27FC236}">
                <a16:creationId xmlns:a16="http://schemas.microsoft.com/office/drawing/2014/main" id="{70423AA2-ADCD-E03A-6902-5CCDEF9AE7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00" y="0"/>
            <a:ext cx="10287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14617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AAED6-0EA9-D1AF-9950-B8611ABE6731}"/>
              </a:ext>
            </a:extLst>
          </p:cNvPr>
          <p:cNvSpPr>
            <a:spLocks noGrp="1"/>
          </p:cNvSpPr>
          <p:nvPr>
            <p:ph type="title"/>
          </p:nvPr>
        </p:nvSpPr>
        <p:spPr>
          <a:xfrm>
            <a:off x="0" y="0"/>
            <a:ext cx="3172968" cy="2313431"/>
          </a:xfrm>
        </p:spPr>
        <p:txBody>
          <a:bodyPr>
            <a:normAutofit/>
          </a:bodyPr>
          <a:lstStyle/>
          <a:p>
            <a:r>
              <a:rPr lang="en-US" sz="3200"/>
              <a:t>GitHub Copilot Coding Agent Workflow (Autonomous Mode)</a:t>
            </a:r>
            <a:endParaRPr lang="en-IE" sz="3200"/>
          </a:p>
        </p:txBody>
      </p:sp>
      <p:pic>
        <p:nvPicPr>
          <p:cNvPr id="5" name="Content Placeholder 4" descr="A screenshot of a computer&#10;&#10;AI-generated content may be incorrect.">
            <a:extLst>
              <a:ext uri="{FF2B5EF4-FFF2-40B4-BE49-F238E27FC236}">
                <a16:creationId xmlns:a16="http://schemas.microsoft.com/office/drawing/2014/main" id="{555F5E57-268C-B0D4-5192-79ED1B9B161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2816" r="3166" b="3600"/>
          <a:stretch>
            <a:fillRect/>
          </a:stretch>
        </p:blipFill>
        <p:spPr>
          <a:xfrm>
            <a:off x="2801379" y="-1"/>
            <a:ext cx="9390621" cy="6857999"/>
          </a:xfrm>
        </p:spPr>
      </p:pic>
      <p:sp>
        <p:nvSpPr>
          <p:cNvPr id="7" name="TextBox 6">
            <a:extLst>
              <a:ext uri="{FF2B5EF4-FFF2-40B4-BE49-F238E27FC236}">
                <a16:creationId xmlns:a16="http://schemas.microsoft.com/office/drawing/2014/main" id="{E040E979-DE9F-E393-F861-5F87E9191AD1}"/>
              </a:ext>
            </a:extLst>
          </p:cNvPr>
          <p:cNvSpPr txBox="1"/>
          <p:nvPr/>
        </p:nvSpPr>
        <p:spPr>
          <a:xfrm>
            <a:off x="0" y="2313431"/>
            <a:ext cx="2801379" cy="4616648"/>
          </a:xfrm>
          <a:prstGeom prst="rect">
            <a:avLst/>
          </a:prstGeom>
          <a:noFill/>
        </p:spPr>
        <p:txBody>
          <a:bodyPr wrap="square" rtlCol="0">
            <a:spAutoFit/>
          </a:bodyPr>
          <a:lstStyle/>
          <a:p>
            <a:pPr marL="342900" indent="-342900">
              <a:buFont typeface="+mj-lt"/>
              <a:buAutoNum type="arabicPeriod"/>
            </a:pPr>
            <a:r>
              <a:rPr lang="en-US" sz="1400"/>
              <a:t>The Developer (User) assigns a well-scoped Issue/Task (the goal) to the agent.</a:t>
            </a:r>
          </a:p>
          <a:p>
            <a:pPr marL="342900" indent="-342900">
              <a:buFont typeface="+mj-lt"/>
              <a:buAutoNum type="arabicPeriod"/>
            </a:pPr>
            <a:r>
              <a:rPr lang="en-US" sz="1400"/>
              <a:t>The Copilot Agent initializes an Isolated CI/CD Environment (often powered by GitHub Actions). It gathers context, including repository-wide instructions (e.g., copilot-instructions.md) and performs code analysis.</a:t>
            </a:r>
          </a:p>
          <a:p>
            <a:pPr marL="342900" indent="-342900">
              <a:buFont typeface="+mj-lt"/>
              <a:buAutoNum type="arabicPeriod"/>
            </a:pPr>
            <a:r>
              <a:rPr lang="en-US" sz="1400"/>
              <a:t>The agent enters a Self-Correction Loop where it performs Actions (running tests or making file edits) and processes the Observations (results/errors) to refine its plan.</a:t>
            </a:r>
          </a:p>
          <a:p>
            <a:pPr marL="342900" indent="-342900">
              <a:buFont typeface="+mj-lt"/>
              <a:buAutoNum type="arabicPeriod"/>
            </a:pPr>
            <a:r>
              <a:rPr lang="en-US" sz="1400"/>
              <a:t>Once complete, the agent creates a </a:t>
            </a:r>
            <a:r>
              <a:rPr lang="en-US" sz="1400" b="1"/>
              <a:t>Pull Request (PR)</a:t>
            </a:r>
            <a:r>
              <a:rPr lang="en-US" sz="1400"/>
              <a:t> for the human.</a:t>
            </a:r>
            <a:endParaRPr lang="en-IE" sz="1400"/>
          </a:p>
        </p:txBody>
      </p:sp>
    </p:spTree>
    <p:extLst>
      <p:ext uri="{BB962C8B-B14F-4D97-AF65-F5344CB8AC3E}">
        <p14:creationId xmlns:p14="http://schemas.microsoft.com/office/powerpoint/2010/main" val="2456789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D9E45-3C55-B9DD-9268-245F540A889C}"/>
              </a:ext>
            </a:extLst>
          </p:cNvPr>
          <p:cNvSpPr>
            <a:spLocks noGrp="1"/>
          </p:cNvSpPr>
          <p:nvPr>
            <p:ph type="title"/>
          </p:nvPr>
        </p:nvSpPr>
        <p:spPr/>
        <p:txBody>
          <a:bodyPr/>
          <a:lstStyle/>
          <a:p>
            <a:r>
              <a:rPr lang="en-IE"/>
              <a:t>Google Jules</a:t>
            </a:r>
          </a:p>
        </p:txBody>
      </p:sp>
      <p:sp>
        <p:nvSpPr>
          <p:cNvPr id="3" name="Content Placeholder 2">
            <a:extLst>
              <a:ext uri="{FF2B5EF4-FFF2-40B4-BE49-F238E27FC236}">
                <a16:creationId xmlns:a16="http://schemas.microsoft.com/office/drawing/2014/main" id="{0BB87801-EE3E-FD0D-B5BA-19209D682489}"/>
              </a:ext>
            </a:extLst>
          </p:cNvPr>
          <p:cNvSpPr>
            <a:spLocks noGrp="1"/>
          </p:cNvSpPr>
          <p:nvPr>
            <p:ph idx="1"/>
          </p:nvPr>
        </p:nvSpPr>
        <p:spPr>
          <a:xfrm>
            <a:off x="838200" y="1825625"/>
            <a:ext cx="7391400" cy="4351338"/>
          </a:xfrm>
        </p:spPr>
        <p:txBody>
          <a:bodyPr/>
          <a:lstStyle/>
          <a:p>
            <a:r>
              <a:rPr lang="en-US">
                <a:hlinkClick r:id="rId2"/>
              </a:rPr>
              <a:t>Jules - An Asynchronous Coding Agent</a:t>
            </a:r>
            <a:endParaRPr lang="en-US"/>
          </a:p>
          <a:p>
            <a:r>
              <a:rPr lang="en-US">
                <a:solidFill>
                  <a:srgbClr val="303030"/>
                </a:solidFill>
                <a:latin typeface="Google Sans Text"/>
              </a:rPr>
              <a:t>Google Jules is a cutting-edge, autonomous AI agent developed by Google that is positioned as a significant countermeasure to the dominance of GitHub Copilot in the software development domain. </a:t>
            </a:r>
          </a:p>
          <a:p>
            <a:r>
              <a:rPr lang="en-US">
                <a:solidFill>
                  <a:srgbClr val="303030"/>
                </a:solidFill>
                <a:latin typeface="Google Sans Text"/>
              </a:rPr>
              <a:t>Jules is specifically designed to redefine workflow automation by operating asynchronously, thereby reducing the context switching burden on developers</a:t>
            </a:r>
            <a:endParaRPr lang="en-IE"/>
          </a:p>
        </p:txBody>
      </p:sp>
      <p:pic>
        <p:nvPicPr>
          <p:cNvPr id="4098" name="Picture 2" descr="Jules - An Asynchronous Coding Agent">
            <a:extLst>
              <a:ext uri="{FF2B5EF4-FFF2-40B4-BE49-F238E27FC236}">
                <a16:creationId xmlns:a16="http://schemas.microsoft.com/office/drawing/2014/main" id="{2D5638B8-906D-8B27-2FAE-826890AD739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077" t="25200" r="21144" b="33369"/>
          <a:stretch>
            <a:fillRect/>
          </a:stretch>
        </p:blipFill>
        <p:spPr bwMode="auto">
          <a:xfrm>
            <a:off x="8375904" y="3087497"/>
            <a:ext cx="3420178" cy="1205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12462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D5E0D-3798-39AC-2FF3-7CFBB8AEC4D6}"/>
              </a:ext>
            </a:extLst>
          </p:cNvPr>
          <p:cNvSpPr>
            <a:spLocks noGrp="1"/>
          </p:cNvSpPr>
          <p:nvPr>
            <p:ph type="title"/>
          </p:nvPr>
        </p:nvSpPr>
        <p:spPr/>
        <p:txBody>
          <a:bodyPr/>
          <a:lstStyle/>
          <a:p>
            <a:r>
              <a:rPr lang="en-IE"/>
              <a:t>Google Jules - Core Architecture and Model</a:t>
            </a:r>
          </a:p>
        </p:txBody>
      </p:sp>
      <p:sp>
        <p:nvSpPr>
          <p:cNvPr id="3" name="Content Placeholder 2">
            <a:extLst>
              <a:ext uri="{FF2B5EF4-FFF2-40B4-BE49-F238E27FC236}">
                <a16:creationId xmlns:a16="http://schemas.microsoft.com/office/drawing/2014/main" id="{5E97E070-3D29-3845-4EAF-D387D0F11794}"/>
              </a:ext>
            </a:extLst>
          </p:cNvPr>
          <p:cNvSpPr>
            <a:spLocks noGrp="1"/>
          </p:cNvSpPr>
          <p:nvPr>
            <p:ph idx="1"/>
          </p:nvPr>
        </p:nvSpPr>
        <p:spPr/>
        <p:txBody>
          <a:bodyPr/>
          <a:lstStyle/>
          <a:p>
            <a:r>
              <a:rPr lang="en-US" b="1"/>
              <a:t>Foundation Model:</a:t>
            </a:r>
            <a:r>
              <a:rPr lang="en-US"/>
              <a:t> Jules is powered by </a:t>
            </a:r>
            <a:r>
              <a:rPr lang="en-US" b="1"/>
              <a:t>Google's Gemini 2.5 Pro model</a:t>
            </a:r>
            <a:r>
              <a:rPr lang="en-US"/>
              <a:t>. This model demonstrates high-level reasoning capabilities, making it ideal for complex feature implementation and refactoring.</a:t>
            </a:r>
          </a:p>
          <a:p>
            <a:r>
              <a:rPr lang="en-US" b="1"/>
              <a:t>Context and Knowledge:</a:t>
            </a:r>
            <a:r>
              <a:rPr lang="en-US"/>
              <a:t> Jules has a large context window of </a:t>
            </a:r>
            <a:r>
              <a:rPr lang="en-US" b="1"/>
              <a:t>256K tokens</a:t>
            </a:r>
            <a:r>
              <a:rPr lang="en-US"/>
              <a:t>. It integrates internal documentation using </a:t>
            </a:r>
            <a:r>
              <a:rPr lang="en-US" b="1"/>
              <a:t>Knowledge Graph Integration</a:t>
            </a:r>
            <a:r>
              <a:rPr lang="en-US"/>
              <a:t> to incorporate project context. Knowledge updates are handled through </a:t>
            </a:r>
            <a:r>
              <a:rPr lang="en-US" b="1"/>
              <a:t>real-time learning</a:t>
            </a:r>
            <a:r>
              <a:rPr lang="en-US"/>
              <a:t>.</a:t>
            </a:r>
          </a:p>
          <a:p>
            <a:r>
              <a:rPr lang="en-US" b="1"/>
              <a:t>Engine Design:</a:t>
            </a:r>
            <a:r>
              <a:rPr lang="en-US"/>
              <a:t> The agent relies on a </a:t>
            </a:r>
            <a:r>
              <a:rPr lang="en-US" b="1"/>
              <a:t>Jules Async Engine</a:t>
            </a:r>
            <a:r>
              <a:rPr lang="en-US"/>
              <a:t> which uses an event-driven architecture with dynamic task prioritization.</a:t>
            </a:r>
          </a:p>
          <a:p>
            <a:endParaRPr lang="en-IE"/>
          </a:p>
        </p:txBody>
      </p:sp>
    </p:spTree>
    <p:extLst>
      <p:ext uri="{BB962C8B-B14F-4D97-AF65-F5344CB8AC3E}">
        <p14:creationId xmlns:p14="http://schemas.microsoft.com/office/powerpoint/2010/main" val="2498850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96BC1-315F-DDCD-1B25-95031D092F77}"/>
              </a:ext>
            </a:extLst>
          </p:cNvPr>
          <p:cNvSpPr>
            <a:spLocks noGrp="1"/>
          </p:cNvSpPr>
          <p:nvPr>
            <p:ph type="title"/>
          </p:nvPr>
        </p:nvSpPr>
        <p:spPr/>
        <p:txBody>
          <a:bodyPr/>
          <a:lstStyle/>
          <a:p>
            <a:r>
              <a:rPr lang="en-IE">
                <a:solidFill>
                  <a:srgbClr val="303030"/>
                </a:solidFill>
                <a:latin typeface="Google Sans Text"/>
              </a:rPr>
              <a:t>GitHub Copilot Coding Agent</a:t>
            </a:r>
            <a:endParaRPr lang="en-IE"/>
          </a:p>
        </p:txBody>
      </p:sp>
      <p:sp>
        <p:nvSpPr>
          <p:cNvPr id="3" name="Content Placeholder 2">
            <a:extLst>
              <a:ext uri="{FF2B5EF4-FFF2-40B4-BE49-F238E27FC236}">
                <a16:creationId xmlns:a16="http://schemas.microsoft.com/office/drawing/2014/main" id="{FEB72199-3D4D-A2D6-34D2-EC9727FC868A}"/>
              </a:ext>
            </a:extLst>
          </p:cNvPr>
          <p:cNvSpPr>
            <a:spLocks noGrp="1"/>
          </p:cNvSpPr>
          <p:nvPr>
            <p:ph idx="1"/>
          </p:nvPr>
        </p:nvSpPr>
        <p:spPr>
          <a:xfrm>
            <a:off x="838200" y="1825625"/>
            <a:ext cx="8372475" cy="4351338"/>
          </a:xfrm>
        </p:spPr>
        <p:txBody>
          <a:bodyPr/>
          <a:lstStyle/>
          <a:p>
            <a:r>
              <a:rPr lang="en-US">
                <a:solidFill>
                  <a:srgbClr val="303030"/>
                </a:solidFill>
                <a:latin typeface="Google Sans Text"/>
              </a:rPr>
              <a:t>The GitHub Copilot Coding Agent features an autonomous execution mode that runs in the cloud, specifically utilizing a </a:t>
            </a:r>
            <a:r>
              <a:rPr lang="en-US" b="1">
                <a:solidFill>
                  <a:srgbClr val="303030"/>
                </a:solidFill>
                <a:latin typeface="Google Sans Text"/>
              </a:rPr>
              <a:t>GitHub Actions-powered environment</a:t>
            </a:r>
            <a:r>
              <a:rPr lang="en-US">
                <a:solidFill>
                  <a:srgbClr val="303030"/>
                </a:solidFill>
                <a:latin typeface="Google Sans Text"/>
              </a:rPr>
              <a:t>. This operational mode allows the agent to handle entire software development issues from start to finish, working </a:t>
            </a:r>
            <a:r>
              <a:rPr lang="en-US" b="1">
                <a:solidFill>
                  <a:srgbClr val="303030"/>
                </a:solidFill>
                <a:latin typeface="Google Sans Text"/>
              </a:rPr>
              <a:t>asynchronously</a:t>
            </a:r>
            <a:r>
              <a:rPr lang="en-US">
                <a:solidFill>
                  <a:srgbClr val="303030"/>
                </a:solidFill>
                <a:latin typeface="Google Sans Text"/>
              </a:rPr>
              <a:t> in the background while the developer focuses on other tasks.</a:t>
            </a:r>
            <a:endParaRPr lang="en-IE"/>
          </a:p>
        </p:txBody>
      </p:sp>
      <p:pic>
        <p:nvPicPr>
          <p:cNvPr id="5122" name="Picture 2" descr="GitHub Copilot just got an upgrade 🤖 Agent mode is now available in  preview and Copilot Edits is generally available, both in VS Code. Plus you  can check out a sneak peek">
            <a:extLst>
              <a:ext uri="{FF2B5EF4-FFF2-40B4-BE49-F238E27FC236}">
                <a16:creationId xmlns:a16="http://schemas.microsoft.com/office/drawing/2014/main" id="{EF082594-6D74-AB0D-9CF7-A4D22684EE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10675" y="2458022"/>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9764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E4BD9-D678-646B-B76B-9858BFC730AA}"/>
              </a:ext>
            </a:extLst>
          </p:cNvPr>
          <p:cNvSpPr>
            <a:spLocks noGrp="1"/>
          </p:cNvSpPr>
          <p:nvPr>
            <p:ph type="title"/>
          </p:nvPr>
        </p:nvSpPr>
        <p:spPr/>
        <p:txBody>
          <a:bodyPr/>
          <a:lstStyle/>
          <a:p>
            <a:r>
              <a:rPr lang="en-US">
                <a:solidFill>
                  <a:srgbClr val="303030"/>
                </a:solidFill>
                <a:latin typeface="Google Sans Text"/>
              </a:rPr>
              <a:t>GitHub Copilot coding agent's cloud-based operation</a:t>
            </a:r>
            <a:endParaRPr lang="en-IE"/>
          </a:p>
        </p:txBody>
      </p:sp>
      <p:sp>
        <p:nvSpPr>
          <p:cNvPr id="3" name="Content Placeholder 2">
            <a:extLst>
              <a:ext uri="{FF2B5EF4-FFF2-40B4-BE49-F238E27FC236}">
                <a16:creationId xmlns:a16="http://schemas.microsoft.com/office/drawing/2014/main" id="{4D8C7EA3-038D-6965-C0C7-9C1B84699369}"/>
              </a:ext>
            </a:extLst>
          </p:cNvPr>
          <p:cNvSpPr>
            <a:spLocks noGrp="1"/>
          </p:cNvSpPr>
          <p:nvPr>
            <p:ph idx="1"/>
          </p:nvPr>
        </p:nvSpPr>
        <p:spPr/>
        <p:txBody>
          <a:bodyPr numCol="2">
            <a:normAutofit fontScale="92500" lnSpcReduction="20000"/>
          </a:bodyPr>
          <a:lstStyle/>
          <a:p>
            <a:pPr>
              <a:buNone/>
            </a:pPr>
            <a:r>
              <a:rPr lang="en-IE"/>
              <a:t>1. Environment and Execution</a:t>
            </a:r>
            <a:endParaRPr lang="en-US"/>
          </a:p>
          <a:p>
            <a:r>
              <a:rPr lang="en-US" b="1"/>
              <a:t>Isolated CI Environment:</a:t>
            </a:r>
            <a:r>
              <a:rPr lang="en-US"/>
              <a:t> The agent operates in an </a:t>
            </a:r>
            <a:r>
              <a:rPr lang="en-US" b="1"/>
              <a:t>isolated CI environment</a:t>
            </a:r>
            <a:r>
              <a:rPr lang="en-US"/>
              <a:t>, often described as a </a:t>
            </a:r>
            <a:r>
              <a:rPr lang="en-US" b="1"/>
              <a:t>GitHub Actions-powered environment</a:t>
            </a:r>
            <a:r>
              <a:rPr lang="en-US"/>
              <a:t> or a secure sandbox. This isolation allows the agent to safely execute plans, write code, and run tests.</a:t>
            </a:r>
          </a:p>
          <a:p>
            <a:r>
              <a:rPr lang="en-US" b="1"/>
              <a:t>Purpose of Cloud Execution:</a:t>
            </a:r>
            <a:r>
              <a:rPr lang="en-US"/>
              <a:t> This specific mode handles </a:t>
            </a:r>
            <a:r>
              <a:rPr lang="en-US" b="1"/>
              <a:t>entire issues from start to finish</a:t>
            </a:r>
            <a:r>
              <a:rPr lang="en-US"/>
              <a:t>. It is designed to function as an </a:t>
            </a:r>
            <a:r>
              <a:rPr lang="en-US" b="1"/>
              <a:t>additional team member</a:t>
            </a:r>
            <a:r>
              <a:rPr lang="en-US"/>
              <a:t> capable of addressing technical debt, bug fixes, and straightforward feature implementation asynchronously.</a:t>
            </a:r>
          </a:p>
          <a:p>
            <a:r>
              <a:rPr lang="en-US" b="1"/>
              <a:t>Autonomy:</a:t>
            </a:r>
            <a:r>
              <a:rPr lang="en-US"/>
              <a:t> In this mode, the Copilot agent is capable of </a:t>
            </a:r>
            <a:r>
              <a:rPr lang="en-US" b="1"/>
              <a:t>autonomous edits across multiple files</a:t>
            </a:r>
            <a:r>
              <a:rPr lang="en-US"/>
              <a:t>, analyzing code, running tests, and validating results. It plans the work, writes code, runs tests, and ultimately </a:t>
            </a:r>
            <a:r>
              <a:rPr lang="en-US" b="1"/>
              <a:t>opens pull requests (PRs) for human review</a:t>
            </a:r>
            <a:r>
              <a:rPr lang="en-US"/>
              <a:t>.</a:t>
            </a:r>
          </a:p>
        </p:txBody>
      </p:sp>
    </p:spTree>
    <p:extLst>
      <p:ext uri="{BB962C8B-B14F-4D97-AF65-F5344CB8AC3E}">
        <p14:creationId xmlns:p14="http://schemas.microsoft.com/office/powerpoint/2010/main" val="3504466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F166F-C32B-2D60-ACAF-F571416CF1E6}"/>
              </a:ext>
            </a:extLst>
          </p:cNvPr>
          <p:cNvSpPr>
            <a:spLocks noGrp="1"/>
          </p:cNvSpPr>
          <p:nvPr>
            <p:ph type="title"/>
          </p:nvPr>
        </p:nvSpPr>
        <p:spPr/>
        <p:txBody>
          <a:bodyPr/>
          <a:lstStyle/>
          <a:p>
            <a:r>
              <a:rPr lang="en-US">
                <a:solidFill>
                  <a:srgbClr val="303030"/>
                </a:solidFill>
                <a:latin typeface="Google Sans Text"/>
              </a:rPr>
              <a:t>GitHub Copilot coding agent's cloud-based operation</a:t>
            </a:r>
            <a:endParaRPr lang="en-IE"/>
          </a:p>
        </p:txBody>
      </p:sp>
      <p:sp>
        <p:nvSpPr>
          <p:cNvPr id="3" name="Content Placeholder 2">
            <a:extLst>
              <a:ext uri="{FF2B5EF4-FFF2-40B4-BE49-F238E27FC236}">
                <a16:creationId xmlns:a16="http://schemas.microsoft.com/office/drawing/2014/main" id="{DA0DC459-BF4E-2432-816B-E94517374876}"/>
              </a:ext>
            </a:extLst>
          </p:cNvPr>
          <p:cNvSpPr>
            <a:spLocks noGrp="1"/>
          </p:cNvSpPr>
          <p:nvPr>
            <p:ph idx="1"/>
          </p:nvPr>
        </p:nvSpPr>
        <p:spPr/>
        <p:txBody>
          <a:bodyPr numCol="2">
            <a:normAutofit fontScale="62500" lnSpcReduction="20000"/>
          </a:bodyPr>
          <a:lstStyle/>
          <a:p>
            <a:pPr>
              <a:buNone/>
            </a:pPr>
            <a:r>
              <a:rPr lang="en-US"/>
              <a:t>2. Workflow and Task Management</a:t>
            </a:r>
          </a:p>
          <a:p>
            <a:r>
              <a:rPr lang="en-US" b="1"/>
              <a:t>Goal Assignment:</a:t>
            </a:r>
            <a:r>
              <a:rPr lang="en-US"/>
              <a:t> Developers assign GitHub issues directly to Copilot. An ideal task assigned to the agent should be </a:t>
            </a:r>
            <a:r>
              <a:rPr lang="en-US" b="1"/>
              <a:t>clear and well-scoped</a:t>
            </a:r>
            <a:r>
              <a:rPr lang="en-US"/>
              <a:t>, including a precise description of the problem, complete acceptance criteria (e.g., whether unit tests are required), and directions about which files need changing. The assigned issue effectively serves as the prompt for the agent.</a:t>
            </a:r>
          </a:p>
          <a:p>
            <a:r>
              <a:rPr lang="en-US" b="1"/>
              <a:t>Asynchronous Operation:</a:t>
            </a:r>
            <a:r>
              <a:rPr lang="en-US"/>
              <a:t> The agent operates </a:t>
            </a:r>
            <a:r>
              <a:rPr lang="en-US" b="1"/>
              <a:t>asynchronously</a:t>
            </a:r>
            <a:r>
              <a:rPr lang="en-US"/>
              <a:t>. This contrasts with its synchronous inline completion and chat modes. The asynchronous nature allows the agent to handle maintenance work and small-to-medium features that do not require immediate completion, enabling developers to assign tasks and return later to completed pull requests.</a:t>
            </a:r>
          </a:p>
          <a:p>
            <a:r>
              <a:rPr lang="en-US" b="1"/>
              <a:t>Handling Dependencies:</a:t>
            </a:r>
            <a:r>
              <a:rPr lang="en-US"/>
              <a:t> The agent uses an </a:t>
            </a:r>
            <a:r>
              <a:rPr lang="en-US" b="1"/>
              <a:t>ephemeral development environment</a:t>
            </a:r>
            <a:r>
              <a:rPr lang="en-US"/>
              <a:t> where it can explore the code and make changes. To ensure reliability, developers can configure a </a:t>
            </a:r>
            <a:r>
              <a:rPr lang="en-US">
                <a:solidFill>
                  <a:srgbClr val="282A2C"/>
                </a:solidFill>
                <a:latin typeface="Courier New" panose="02070309020205020404" pitchFamily="49" charset="0"/>
              </a:rPr>
              <a:t>copilot-setup-</a:t>
            </a:r>
            <a:r>
              <a:rPr lang="en-US" err="1">
                <a:solidFill>
                  <a:srgbClr val="282A2C"/>
                </a:solidFill>
                <a:latin typeface="Courier New" panose="02070309020205020404" pitchFamily="49" charset="0"/>
              </a:rPr>
              <a:t>steps.yml</a:t>
            </a:r>
            <a:r>
              <a:rPr lang="en-US"/>
              <a:t> file to </a:t>
            </a:r>
            <a:r>
              <a:rPr lang="en-US" b="1"/>
              <a:t>pre-install project dependencies</a:t>
            </a:r>
            <a:r>
              <a:rPr lang="en-US"/>
              <a:t> before the agent starts working, as relying on the LLM to discover and install them via trial and error can be slow and unreliable.</a:t>
            </a:r>
          </a:p>
          <a:p>
            <a:r>
              <a:rPr lang="en-US" b="1"/>
              <a:t>Custom Instructions:</a:t>
            </a:r>
            <a:r>
              <a:rPr lang="en-US"/>
              <a:t> Developers can provide </a:t>
            </a:r>
            <a:r>
              <a:rPr lang="en-US" b="1"/>
              <a:t>custom instructions</a:t>
            </a:r>
            <a:r>
              <a:rPr lang="en-US"/>
              <a:t> to guide the agent on how to understand the project and how to build, test, and validate its changes. These can be provided in files like </a:t>
            </a:r>
            <a:r>
              <a:rPr lang="en-US">
                <a:solidFill>
                  <a:srgbClr val="282A2C"/>
                </a:solidFill>
                <a:latin typeface="Courier New" panose="02070309020205020404" pitchFamily="49" charset="0"/>
              </a:rPr>
              <a:t>.</a:t>
            </a:r>
            <a:r>
              <a:rPr lang="en-US" err="1">
                <a:solidFill>
                  <a:srgbClr val="282A2C"/>
                </a:solidFill>
                <a:latin typeface="Courier New" panose="02070309020205020404" pitchFamily="49" charset="0"/>
              </a:rPr>
              <a:t>github</a:t>
            </a:r>
            <a:r>
              <a:rPr lang="en-US">
                <a:solidFill>
                  <a:srgbClr val="282A2C"/>
                </a:solidFill>
                <a:latin typeface="Courier New" panose="02070309020205020404" pitchFamily="49" charset="0"/>
              </a:rPr>
              <a:t>/copilot-instructions.md</a:t>
            </a:r>
            <a:r>
              <a:rPr lang="en-US"/>
              <a:t> in the repository root or path-specific instruction files.</a:t>
            </a:r>
          </a:p>
          <a:p>
            <a:endParaRPr lang="en-IE"/>
          </a:p>
        </p:txBody>
      </p:sp>
    </p:spTree>
    <p:extLst>
      <p:ext uri="{BB962C8B-B14F-4D97-AF65-F5344CB8AC3E}">
        <p14:creationId xmlns:p14="http://schemas.microsoft.com/office/powerpoint/2010/main" val="3243410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FB12F-9E62-740E-D2F4-40B999A0272F}"/>
              </a:ext>
            </a:extLst>
          </p:cNvPr>
          <p:cNvSpPr>
            <a:spLocks noGrp="1"/>
          </p:cNvSpPr>
          <p:nvPr>
            <p:ph type="title"/>
          </p:nvPr>
        </p:nvSpPr>
        <p:spPr/>
        <p:txBody>
          <a:bodyPr/>
          <a:lstStyle/>
          <a:p>
            <a:r>
              <a:rPr lang="en-US">
                <a:solidFill>
                  <a:srgbClr val="303030"/>
                </a:solidFill>
                <a:latin typeface="Google Sans Text"/>
              </a:rPr>
              <a:t>GitHub Copilot coding agent's cloud-based operation</a:t>
            </a:r>
            <a:endParaRPr lang="en-IE"/>
          </a:p>
        </p:txBody>
      </p:sp>
      <p:sp>
        <p:nvSpPr>
          <p:cNvPr id="3" name="Content Placeholder 2">
            <a:extLst>
              <a:ext uri="{FF2B5EF4-FFF2-40B4-BE49-F238E27FC236}">
                <a16:creationId xmlns:a16="http://schemas.microsoft.com/office/drawing/2014/main" id="{8B6C0E4C-EA9A-D2D2-96F6-A2BC82AFFC3D}"/>
              </a:ext>
            </a:extLst>
          </p:cNvPr>
          <p:cNvSpPr>
            <a:spLocks noGrp="1"/>
          </p:cNvSpPr>
          <p:nvPr>
            <p:ph idx="1"/>
          </p:nvPr>
        </p:nvSpPr>
        <p:spPr/>
        <p:txBody>
          <a:bodyPr>
            <a:normAutofit fontScale="70000" lnSpcReduction="20000"/>
          </a:bodyPr>
          <a:lstStyle/>
          <a:p>
            <a:pPr marL="0" indent="0">
              <a:buNone/>
            </a:pPr>
            <a:r>
              <a:rPr lang="en-US"/>
              <a:t>3. Key Architectural Support</a:t>
            </a:r>
          </a:p>
          <a:p>
            <a:r>
              <a:rPr lang="en-US" b="1"/>
              <a:t>Model Context Protocol (MCP):</a:t>
            </a:r>
            <a:r>
              <a:rPr lang="en-US"/>
              <a:t> A key architectural innovation is the support for the </a:t>
            </a:r>
            <a:r>
              <a:rPr lang="en-US" b="1"/>
              <a:t>Model Context Protocol (MCP)</a:t>
            </a:r>
            <a:r>
              <a:rPr lang="en-US"/>
              <a:t>. This protocol allows the Copilot coding agent to </a:t>
            </a:r>
            <a:r>
              <a:rPr lang="en-US" b="1"/>
              <a:t>connect to external data sources and tools</a:t>
            </a:r>
            <a:r>
              <a:rPr lang="en-US"/>
              <a:t> beyond GitHub’s native capabilities. This means the agent can access documentation, query internal APIs, or access proprietary knowledge bases, functioning like an onboarded team member. The GitHub MCP server and Playwright MCP server are enabled by default.</a:t>
            </a:r>
          </a:p>
          <a:p>
            <a:r>
              <a:rPr lang="en-US" b="1"/>
              <a:t>Action Execution:</a:t>
            </a:r>
            <a:r>
              <a:rPr lang="en-US"/>
              <a:t> After planning, the agent's actions include executing tools like running tests or linters, and performing edits across multiple files.</a:t>
            </a:r>
          </a:p>
          <a:p>
            <a:r>
              <a:rPr lang="en-US" b="1"/>
              <a:t>Human-in-the-Loop:</a:t>
            </a:r>
            <a:r>
              <a:rPr lang="en-US"/>
              <a:t> Once the agent creates a Pull Request (PR), developers can provide </a:t>
            </a:r>
            <a:r>
              <a:rPr lang="en-US" b="1"/>
              <a:t>feedback by mentioning </a:t>
            </a:r>
            <a:r>
              <a:rPr lang="en-US" b="1">
                <a:solidFill>
                  <a:srgbClr val="282A2C"/>
                </a:solidFill>
                <a:latin typeface="Courier New" panose="02070309020205020404" pitchFamily="49" charset="0"/>
              </a:rPr>
              <a:t>@copilot</a:t>
            </a:r>
            <a:r>
              <a:rPr lang="en-US" b="1"/>
              <a:t> in comments</a:t>
            </a:r>
            <a:r>
              <a:rPr lang="en-US"/>
              <a:t> on the PR. When a user with write access mentions </a:t>
            </a:r>
            <a:r>
              <a:rPr lang="en-US">
                <a:solidFill>
                  <a:srgbClr val="282A2C"/>
                </a:solidFill>
                <a:latin typeface="Courier New" panose="02070309020205020404" pitchFamily="49" charset="0"/>
              </a:rPr>
              <a:t>@copilot</a:t>
            </a:r>
            <a:r>
              <a:rPr lang="en-US"/>
              <a:t>, the agent will initiate the required changes and update the PR, ensuring </a:t>
            </a:r>
            <a:r>
              <a:rPr lang="en-US" b="1"/>
              <a:t>human oversight</a:t>
            </a:r>
            <a:r>
              <a:rPr lang="en-US"/>
              <a:t> is maintained.</a:t>
            </a:r>
          </a:p>
          <a:p>
            <a:r>
              <a:rPr lang="en-US"/>
              <a:t>This asynchronous, cloud-based mode positions the Copilot Coding Agent as a powerful tool for automating systematic improvements and maintenance work, freeing developers to focus on higher-priority feature development.</a:t>
            </a:r>
          </a:p>
          <a:p>
            <a:endParaRPr lang="en-IE"/>
          </a:p>
        </p:txBody>
      </p:sp>
    </p:spTree>
    <p:extLst>
      <p:ext uri="{BB962C8B-B14F-4D97-AF65-F5344CB8AC3E}">
        <p14:creationId xmlns:p14="http://schemas.microsoft.com/office/powerpoint/2010/main" val="3494630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7855545-00bb-4800-a65f-e79104ec0fc4}" enabled="0" method="" siteId="{47855545-00bb-4800-a65f-e79104ec0fc4}" removed="1"/>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23</Slides>
  <Notes>1</Notes>
  <HiddenSlides>0</HiddenSlide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AI AGENTS</vt:lpstr>
      <vt:lpstr>Agenda</vt:lpstr>
      <vt:lpstr>What is an AI Agent?</vt:lpstr>
      <vt:lpstr>Hype Cycle</vt:lpstr>
      <vt:lpstr>2025 - The Year of AI Agents</vt:lpstr>
      <vt:lpstr>PowerPoint Presentation</vt:lpstr>
      <vt:lpstr>Agentic AI versus Traditional Automation</vt:lpstr>
      <vt:lpstr>Benefits of Agents</vt:lpstr>
      <vt:lpstr>Types of AI Agents</vt:lpstr>
      <vt:lpstr>Agentic AI vs Generative AI</vt:lpstr>
      <vt:lpstr>Distinguishing AI agents from bots and assistants</vt:lpstr>
      <vt:lpstr>PowerPoint Presentation</vt:lpstr>
      <vt:lpstr>PowerPoint Presentation</vt:lpstr>
      <vt:lpstr>Core Components of AI Agents</vt:lpstr>
      <vt:lpstr>AI Agent Autonomous Workflow (The ReAct Framework)</vt:lpstr>
      <vt:lpstr>PowerPoint Presentation</vt:lpstr>
      <vt:lpstr>GitHub Copilot Coding Agent Workflow (Autonomous Mode)</vt:lpstr>
      <vt:lpstr>Google Jules</vt:lpstr>
      <vt:lpstr>Google Jules - Core Architecture and Model</vt:lpstr>
      <vt:lpstr>GitHub Copilot Coding Agent</vt:lpstr>
      <vt:lpstr>GitHub Copilot coding agent's cloud-based operation</vt:lpstr>
      <vt:lpstr>GitHub Copilot coding agent's cloud-based operation</vt:lpstr>
      <vt:lpstr>GitHub Copilot coding agent's cloud-based operation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Cregg</dc:creator>
  <cp:revision>1</cp:revision>
  <dcterms:created xsi:type="dcterms:W3CDTF">2025-10-09T21:23:54Z</dcterms:created>
  <dcterms:modified xsi:type="dcterms:W3CDTF">2025-10-22T10:47:08Z</dcterms:modified>
</cp:coreProperties>
</file>