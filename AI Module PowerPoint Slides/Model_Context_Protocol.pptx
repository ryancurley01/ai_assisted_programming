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5" r:id="rId5"/>
    <p:sldId id="259" r:id="rId6"/>
    <p:sldId id="262" r:id="rId7"/>
    <p:sldId id="284" r:id="rId8"/>
    <p:sldId id="263" r:id="rId9"/>
    <p:sldId id="260" r:id="rId10"/>
    <p:sldId id="261" r:id="rId11"/>
    <p:sldId id="264" r:id="rId12"/>
    <p:sldId id="286" r:id="rId13"/>
    <p:sldId id="287" r:id="rId14"/>
    <p:sldId id="288" r:id="rId15"/>
    <p:sldId id="289" r:id="rId16"/>
    <p:sldId id="290" r:id="rId17"/>
    <p:sldId id="265" r:id="rId18"/>
    <p:sldId id="266" r:id="rId19"/>
    <p:sldId id="291" r:id="rId20"/>
    <p:sldId id="292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DE219E-AB2E-4EE6-87CF-1AFF7ACA8F0C}" v="110" dt="2025-10-14T21:57:07.405"/>
    <p1510:client id="{F31223EF-3B74-6780-7DAE-BD0DB55F1DD0}" v="2" dt="2025-10-16T12:39:11.7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Cregg" userId="S::daniel.cregg@atu.ie::a4417ebc-d1f9-4266-8a6c-2c7f21bbea7f" providerId="AD" clId="Web-{F31223EF-3B74-6780-7DAE-BD0DB55F1DD0}"/>
    <pc:docChg chg="modSld">
      <pc:chgData name="Daniel Cregg" userId="S::daniel.cregg@atu.ie::a4417ebc-d1f9-4266-8a6c-2c7f21bbea7f" providerId="AD" clId="Web-{F31223EF-3B74-6780-7DAE-BD0DB55F1DD0}" dt="2025-10-16T12:39:11.710" v="1" actId="20577"/>
      <pc:docMkLst>
        <pc:docMk/>
      </pc:docMkLst>
      <pc:sldChg chg="modSp">
        <pc:chgData name="Daniel Cregg" userId="S::daniel.cregg@atu.ie::a4417ebc-d1f9-4266-8a6c-2c7f21bbea7f" providerId="AD" clId="Web-{F31223EF-3B74-6780-7DAE-BD0DB55F1DD0}" dt="2025-10-16T12:39:11.710" v="1" actId="20577"/>
        <pc:sldMkLst>
          <pc:docMk/>
          <pc:sldMk cId="0" sldId="278"/>
        </pc:sldMkLst>
        <pc:spChg chg="mod">
          <ac:chgData name="Daniel Cregg" userId="S::daniel.cregg@atu.ie::a4417ebc-d1f9-4266-8a6c-2c7f21bbea7f" providerId="AD" clId="Web-{F31223EF-3B74-6780-7DAE-BD0DB55F1DD0}" dt="2025-10-16T12:39:11.710" v="1" actId="20577"/>
          <ac:spMkLst>
            <pc:docMk/>
            <pc:sldMk cId="0" sldId="278"/>
            <ac:spMk id="3" creationId="{00000000-0000-0000-0000-000000000000}"/>
          </ac:spMkLst>
        </pc:spChg>
      </pc:sldChg>
    </pc:docChg>
  </pc:docChgLst>
  <pc:docChgLst>
    <pc:chgData name="Daniel Cregg" userId="a4417ebc-d1f9-4266-8a6c-2c7f21bbea7f" providerId="ADAL" clId="{AF643C40-E432-453B-92F5-60AF84F2336E}"/>
    <pc:docChg chg="addSld modSld">
      <pc:chgData name="Daniel Cregg" userId="a4417ebc-d1f9-4266-8a6c-2c7f21bbea7f" providerId="ADAL" clId="{AF643C40-E432-453B-92F5-60AF84F2336E}" dt="2025-10-09T21:24:34.582" v="83" actId="6549"/>
      <pc:docMkLst>
        <pc:docMk/>
      </pc:docMkLst>
      <pc:sldChg chg="modSp new mod">
        <pc:chgData name="Daniel Cregg" userId="a4417ebc-d1f9-4266-8a6c-2c7f21bbea7f" providerId="ADAL" clId="{AF643C40-E432-453B-92F5-60AF84F2336E}" dt="2025-10-09T21:24:11.088" v="47" actId="20577"/>
        <pc:sldMkLst>
          <pc:docMk/>
          <pc:sldMk cId="3497088910" sldId="256"/>
        </pc:sldMkLst>
        <pc:spChg chg="mod">
          <ac:chgData name="Daniel Cregg" userId="a4417ebc-d1f9-4266-8a6c-2c7f21bbea7f" providerId="ADAL" clId="{AF643C40-E432-453B-92F5-60AF84F2336E}" dt="2025-10-09T21:24:03.176" v="22" actId="20577"/>
          <ac:spMkLst>
            <pc:docMk/>
            <pc:sldMk cId="3497088910" sldId="256"/>
            <ac:spMk id="2" creationId="{F2D37440-44C7-9EA2-81BB-0250D2A15B73}"/>
          </ac:spMkLst>
        </pc:spChg>
        <pc:spChg chg="mod">
          <ac:chgData name="Daniel Cregg" userId="a4417ebc-d1f9-4266-8a6c-2c7f21bbea7f" providerId="ADAL" clId="{AF643C40-E432-453B-92F5-60AF84F2336E}" dt="2025-10-09T21:24:11.088" v="47" actId="20577"/>
          <ac:spMkLst>
            <pc:docMk/>
            <pc:sldMk cId="3497088910" sldId="256"/>
            <ac:spMk id="3" creationId="{4397FD6A-9BDB-EFA7-CAB2-E629A2C9718C}"/>
          </ac:spMkLst>
        </pc:spChg>
      </pc:sldChg>
      <pc:sldChg chg="modSp new mod">
        <pc:chgData name="Daniel Cregg" userId="a4417ebc-d1f9-4266-8a6c-2c7f21bbea7f" providerId="ADAL" clId="{AF643C40-E432-453B-92F5-60AF84F2336E}" dt="2025-10-09T21:24:34.582" v="83" actId="6549"/>
        <pc:sldMkLst>
          <pc:docMk/>
          <pc:sldMk cId="1135524420" sldId="257"/>
        </pc:sldMkLst>
      </pc:sldChg>
    </pc:docChg>
  </pc:docChgLst>
  <pc:docChgLst>
    <pc:chgData name="Daniel Cregg" userId="a4417ebc-d1f9-4266-8a6c-2c7f21bbea7f" providerId="ADAL" clId="{B41FF6A5-8EE3-453F-9467-07EDEFDD4E20}"/>
    <pc:docChg chg="custSel addSld modSld">
      <pc:chgData name="Daniel Cregg" userId="a4417ebc-d1f9-4266-8a6c-2c7f21bbea7f" providerId="ADAL" clId="{B41FF6A5-8EE3-453F-9467-07EDEFDD4E20}" dt="2025-10-14T22:00:10.746" v="224" actId="5793"/>
      <pc:docMkLst>
        <pc:docMk/>
      </pc:docMkLst>
      <pc:sldChg chg="modSp mod">
        <pc:chgData name="Daniel Cregg" userId="a4417ebc-d1f9-4266-8a6c-2c7f21bbea7f" providerId="ADAL" clId="{B41FF6A5-8EE3-453F-9467-07EDEFDD4E20}" dt="2025-10-14T21:26:46.619" v="11" actId="1076"/>
        <pc:sldMkLst>
          <pc:docMk/>
          <pc:sldMk cId="0" sldId="260"/>
        </pc:sldMkLst>
        <pc:spChg chg="mod">
          <ac:chgData name="Daniel Cregg" userId="a4417ebc-d1f9-4266-8a6c-2c7f21bbea7f" providerId="ADAL" clId="{B41FF6A5-8EE3-453F-9467-07EDEFDD4E20}" dt="2025-10-14T21:26:43.603" v="10" actId="14100"/>
          <ac:spMkLst>
            <pc:docMk/>
            <pc:sldMk cId="0" sldId="260"/>
            <ac:spMk id="3" creationId="{00000000-0000-0000-0000-000000000000}"/>
          </ac:spMkLst>
        </pc:spChg>
        <pc:picChg chg="mod">
          <ac:chgData name="Daniel Cregg" userId="a4417ebc-d1f9-4266-8a6c-2c7f21bbea7f" providerId="ADAL" clId="{B41FF6A5-8EE3-453F-9467-07EDEFDD4E20}" dt="2025-10-14T21:26:46.619" v="11" actId="1076"/>
          <ac:picMkLst>
            <pc:docMk/>
            <pc:sldMk cId="0" sldId="260"/>
            <ac:picMk id="6146" creationId="{C796B08B-ADB4-FD26-494C-4B93568C42DB}"/>
          </ac:picMkLst>
        </pc:picChg>
      </pc:sldChg>
      <pc:sldChg chg="modSp mod">
        <pc:chgData name="Daniel Cregg" userId="a4417ebc-d1f9-4266-8a6c-2c7f21bbea7f" providerId="ADAL" clId="{B41FF6A5-8EE3-453F-9467-07EDEFDD4E20}" dt="2025-10-14T21:17:20.501" v="9" actId="14100"/>
        <pc:sldMkLst>
          <pc:docMk/>
          <pc:sldMk cId="0" sldId="262"/>
        </pc:sldMkLst>
        <pc:picChg chg="mod modCrop">
          <ac:chgData name="Daniel Cregg" userId="a4417ebc-d1f9-4266-8a6c-2c7f21bbea7f" providerId="ADAL" clId="{B41FF6A5-8EE3-453F-9467-07EDEFDD4E20}" dt="2025-10-14T21:17:20.501" v="9" actId="14100"/>
          <ac:picMkLst>
            <pc:docMk/>
            <pc:sldMk cId="0" sldId="262"/>
            <ac:picMk id="4" creationId="{00000000-0000-0000-0000-000000000000}"/>
          </ac:picMkLst>
        </pc:picChg>
      </pc:sldChg>
      <pc:sldChg chg="modSp mod">
        <pc:chgData name="Daniel Cregg" userId="a4417ebc-d1f9-4266-8a6c-2c7f21bbea7f" providerId="ADAL" clId="{B41FF6A5-8EE3-453F-9467-07EDEFDD4E20}" dt="2025-10-14T21:32:06.136" v="20" actId="1076"/>
        <pc:sldMkLst>
          <pc:docMk/>
          <pc:sldMk cId="0" sldId="264"/>
        </pc:sldMkLst>
        <pc:picChg chg="mod modCrop">
          <ac:chgData name="Daniel Cregg" userId="a4417ebc-d1f9-4266-8a6c-2c7f21bbea7f" providerId="ADAL" clId="{B41FF6A5-8EE3-453F-9467-07EDEFDD4E20}" dt="2025-10-14T21:32:06.136" v="20" actId="1076"/>
          <ac:picMkLst>
            <pc:docMk/>
            <pc:sldMk cId="0" sldId="264"/>
            <ac:picMk id="4" creationId="{00000000-0000-0000-0000-000000000000}"/>
          </ac:picMkLst>
        </pc:picChg>
      </pc:sldChg>
      <pc:sldChg chg="modSp mod">
        <pc:chgData name="Daniel Cregg" userId="a4417ebc-d1f9-4266-8a6c-2c7f21bbea7f" providerId="ADAL" clId="{B41FF6A5-8EE3-453F-9467-07EDEFDD4E20}" dt="2025-10-14T21:45:34.759" v="69" actId="27636"/>
        <pc:sldMkLst>
          <pc:docMk/>
          <pc:sldMk cId="0" sldId="267"/>
        </pc:sldMkLst>
        <pc:spChg chg="mod">
          <ac:chgData name="Daniel Cregg" userId="a4417ebc-d1f9-4266-8a6c-2c7f21bbea7f" providerId="ADAL" clId="{B41FF6A5-8EE3-453F-9467-07EDEFDD4E20}" dt="2025-10-14T21:45:34.759" v="69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Daniel Cregg" userId="a4417ebc-d1f9-4266-8a6c-2c7f21bbea7f" providerId="ADAL" clId="{B41FF6A5-8EE3-453F-9467-07EDEFDD4E20}" dt="2025-10-14T21:46:14.386" v="77" actId="27636"/>
        <pc:sldMkLst>
          <pc:docMk/>
          <pc:sldMk cId="0" sldId="268"/>
        </pc:sldMkLst>
        <pc:spChg chg="mod">
          <ac:chgData name="Daniel Cregg" userId="a4417ebc-d1f9-4266-8a6c-2c7f21bbea7f" providerId="ADAL" clId="{B41FF6A5-8EE3-453F-9467-07EDEFDD4E20}" dt="2025-10-14T21:46:14.386" v="77" actId="27636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Daniel Cregg" userId="a4417ebc-d1f9-4266-8a6c-2c7f21bbea7f" providerId="ADAL" clId="{B41FF6A5-8EE3-453F-9467-07EDEFDD4E20}" dt="2025-10-14T21:45:55.383" v="73" actId="27636"/>
        <pc:sldMkLst>
          <pc:docMk/>
          <pc:sldMk cId="0" sldId="269"/>
        </pc:sldMkLst>
        <pc:spChg chg="mod">
          <ac:chgData name="Daniel Cregg" userId="a4417ebc-d1f9-4266-8a6c-2c7f21bbea7f" providerId="ADAL" clId="{B41FF6A5-8EE3-453F-9467-07EDEFDD4E20}" dt="2025-10-14T21:45:55.383" v="73" actId="27636"/>
          <ac:spMkLst>
            <pc:docMk/>
            <pc:sldMk cId="0" sldId="269"/>
            <ac:spMk id="3" creationId="{00000000-0000-0000-0000-000000000000}"/>
          </ac:spMkLst>
        </pc:spChg>
      </pc:sldChg>
      <pc:sldChg chg="addSp modSp mod">
        <pc:chgData name="Daniel Cregg" userId="a4417ebc-d1f9-4266-8a6c-2c7f21bbea7f" providerId="ADAL" clId="{B41FF6A5-8EE3-453F-9467-07EDEFDD4E20}" dt="2025-10-14T21:58:10.781" v="168" actId="12"/>
        <pc:sldMkLst>
          <pc:docMk/>
          <pc:sldMk cId="0" sldId="272"/>
        </pc:sldMkLst>
        <pc:spChg chg="mod">
          <ac:chgData name="Daniel Cregg" userId="a4417ebc-d1f9-4266-8a6c-2c7f21bbea7f" providerId="ADAL" clId="{B41FF6A5-8EE3-453F-9467-07EDEFDD4E20}" dt="2025-10-14T21:57:35.182" v="161" actId="27636"/>
          <ac:spMkLst>
            <pc:docMk/>
            <pc:sldMk cId="0" sldId="272"/>
            <ac:spMk id="3" creationId="{00000000-0000-0000-0000-000000000000}"/>
          </ac:spMkLst>
        </pc:spChg>
        <pc:spChg chg="add mod">
          <ac:chgData name="Daniel Cregg" userId="a4417ebc-d1f9-4266-8a6c-2c7f21bbea7f" providerId="ADAL" clId="{B41FF6A5-8EE3-453F-9467-07EDEFDD4E20}" dt="2025-10-14T21:58:10.781" v="168" actId="12"/>
          <ac:spMkLst>
            <pc:docMk/>
            <pc:sldMk cId="0" sldId="272"/>
            <ac:spMk id="6" creationId="{2960EB69-833E-C141-CEE6-2372DDEEDAF1}"/>
          </ac:spMkLst>
        </pc:spChg>
        <pc:picChg chg="add mod">
          <ac:chgData name="Daniel Cregg" userId="a4417ebc-d1f9-4266-8a6c-2c7f21bbea7f" providerId="ADAL" clId="{B41FF6A5-8EE3-453F-9467-07EDEFDD4E20}" dt="2025-10-14T21:57:59.783" v="166" actId="1076"/>
          <ac:picMkLst>
            <pc:docMk/>
            <pc:sldMk cId="0" sldId="272"/>
            <ac:picMk id="5" creationId="{A18910D5-D502-BBFF-25DF-F15849AE99BE}"/>
          </ac:picMkLst>
        </pc:picChg>
      </pc:sldChg>
      <pc:sldChg chg="modSp mod">
        <pc:chgData name="Daniel Cregg" userId="a4417ebc-d1f9-4266-8a6c-2c7f21bbea7f" providerId="ADAL" clId="{B41FF6A5-8EE3-453F-9467-07EDEFDD4E20}" dt="2025-10-14T21:47:56.126" v="88" actId="15"/>
        <pc:sldMkLst>
          <pc:docMk/>
          <pc:sldMk cId="0" sldId="273"/>
        </pc:sldMkLst>
        <pc:spChg chg="mod">
          <ac:chgData name="Daniel Cregg" userId="a4417ebc-d1f9-4266-8a6c-2c7f21bbea7f" providerId="ADAL" clId="{B41FF6A5-8EE3-453F-9467-07EDEFDD4E20}" dt="2025-10-14T21:47:56.126" v="88" actId="15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Daniel Cregg" userId="a4417ebc-d1f9-4266-8a6c-2c7f21bbea7f" providerId="ADAL" clId="{B41FF6A5-8EE3-453F-9467-07EDEFDD4E20}" dt="2025-10-14T21:49:00.673" v="95" actId="15"/>
        <pc:sldMkLst>
          <pc:docMk/>
          <pc:sldMk cId="0" sldId="274"/>
        </pc:sldMkLst>
        <pc:spChg chg="mod">
          <ac:chgData name="Daniel Cregg" userId="a4417ebc-d1f9-4266-8a6c-2c7f21bbea7f" providerId="ADAL" clId="{B41FF6A5-8EE3-453F-9467-07EDEFDD4E20}" dt="2025-10-14T21:49:00.673" v="95" actId="15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Daniel Cregg" userId="a4417ebc-d1f9-4266-8a6c-2c7f21bbea7f" providerId="ADAL" clId="{B41FF6A5-8EE3-453F-9467-07EDEFDD4E20}" dt="2025-10-14T21:59:34.838" v="222" actId="27636"/>
        <pc:sldMkLst>
          <pc:docMk/>
          <pc:sldMk cId="0" sldId="279"/>
        </pc:sldMkLst>
        <pc:spChg chg="mod">
          <ac:chgData name="Daniel Cregg" userId="a4417ebc-d1f9-4266-8a6c-2c7f21bbea7f" providerId="ADAL" clId="{B41FF6A5-8EE3-453F-9467-07EDEFDD4E20}" dt="2025-10-14T21:59:34.838" v="222" actId="27636"/>
          <ac:spMkLst>
            <pc:docMk/>
            <pc:sldMk cId="0" sldId="279"/>
            <ac:spMk id="3" creationId="{00000000-0000-0000-0000-000000000000}"/>
          </ac:spMkLst>
        </pc:spChg>
      </pc:sldChg>
      <pc:sldChg chg="modSp mod">
        <pc:chgData name="Daniel Cregg" userId="a4417ebc-d1f9-4266-8a6c-2c7f21bbea7f" providerId="ADAL" clId="{B41FF6A5-8EE3-453F-9467-07EDEFDD4E20}" dt="2025-10-14T22:00:03.342" v="223" actId="5793"/>
        <pc:sldMkLst>
          <pc:docMk/>
          <pc:sldMk cId="0" sldId="280"/>
        </pc:sldMkLst>
        <pc:spChg chg="mod">
          <ac:chgData name="Daniel Cregg" userId="a4417ebc-d1f9-4266-8a6c-2c7f21bbea7f" providerId="ADAL" clId="{B41FF6A5-8EE3-453F-9467-07EDEFDD4E20}" dt="2025-10-14T22:00:03.342" v="223" actId="5793"/>
          <ac:spMkLst>
            <pc:docMk/>
            <pc:sldMk cId="0" sldId="280"/>
            <ac:spMk id="3" creationId="{00000000-0000-0000-0000-000000000000}"/>
          </ac:spMkLst>
        </pc:spChg>
      </pc:sldChg>
      <pc:sldChg chg="modSp mod">
        <pc:chgData name="Daniel Cregg" userId="a4417ebc-d1f9-4266-8a6c-2c7f21bbea7f" providerId="ADAL" clId="{B41FF6A5-8EE3-453F-9467-07EDEFDD4E20}" dt="2025-10-14T22:00:10.746" v="224" actId="5793"/>
        <pc:sldMkLst>
          <pc:docMk/>
          <pc:sldMk cId="0" sldId="281"/>
        </pc:sldMkLst>
        <pc:spChg chg="mod">
          <ac:chgData name="Daniel Cregg" userId="a4417ebc-d1f9-4266-8a6c-2c7f21bbea7f" providerId="ADAL" clId="{B41FF6A5-8EE3-453F-9467-07EDEFDD4E20}" dt="2025-10-14T22:00:10.746" v="224" actId="5793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Daniel Cregg" userId="a4417ebc-d1f9-4266-8a6c-2c7f21bbea7f" providerId="ADAL" clId="{B41FF6A5-8EE3-453F-9467-07EDEFDD4E20}" dt="2025-10-14T21:35:39.947" v="61" actId="15"/>
        <pc:sldMkLst>
          <pc:docMk/>
          <pc:sldMk cId="3513433742" sldId="288"/>
        </pc:sldMkLst>
        <pc:spChg chg="mod">
          <ac:chgData name="Daniel Cregg" userId="a4417ebc-d1f9-4266-8a6c-2c7f21bbea7f" providerId="ADAL" clId="{B41FF6A5-8EE3-453F-9467-07EDEFDD4E20}" dt="2025-10-14T21:35:39.947" v="61" actId="15"/>
          <ac:spMkLst>
            <pc:docMk/>
            <pc:sldMk cId="3513433742" sldId="288"/>
            <ac:spMk id="3" creationId="{E5B33D8D-3C7F-E0B4-49A3-DA8E89278182}"/>
          </ac:spMkLst>
        </pc:spChg>
      </pc:sldChg>
      <pc:sldChg chg="modSp new">
        <pc:chgData name="Daniel Cregg" userId="a4417ebc-d1f9-4266-8a6c-2c7f21bbea7f" providerId="ADAL" clId="{B41FF6A5-8EE3-453F-9467-07EDEFDD4E20}" dt="2025-10-14T21:44:53.910" v="63"/>
        <pc:sldMkLst>
          <pc:docMk/>
          <pc:sldMk cId="899773590" sldId="292"/>
        </pc:sldMkLst>
        <pc:spChg chg="mod">
          <ac:chgData name="Daniel Cregg" userId="a4417ebc-d1f9-4266-8a6c-2c7f21bbea7f" providerId="ADAL" clId="{B41FF6A5-8EE3-453F-9467-07EDEFDD4E20}" dt="2025-10-14T21:44:53.910" v="63"/>
          <ac:spMkLst>
            <pc:docMk/>
            <pc:sldMk cId="899773590" sldId="292"/>
            <ac:spMk id="3" creationId="{2318F8EB-30A9-0D3E-9680-A503C26B91EC}"/>
          </ac:spMkLst>
        </pc:spChg>
      </pc:sldChg>
    </pc:docChg>
  </pc:docChgLst>
  <pc:docChgLst>
    <pc:chgData name="Daniel Cregg" userId="a4417ebc-d1f9-4266-8a6c-2c7f21bbea7f" providerId="ADAL" clId="{E3DE219E-AB2E-4EE6-87CF-1AFF7ACA8F0C}"/>
    <pc:docChg chg="undo custSel addSld delSld modSld sldOrd">
      <pc:chgData name="Daniel Cregg" userId="a4417ebc-d1f9-4266-8a6c-2c7f21bbea7f" providerId="ADAL" clId="{E3DE219E-AB2E-4EE6-87CF-1AFF7ACA8F0C}" dt="2025-10-14T10:21:16.948" v="337" actId="47"/>
      <pc:docMkLst>
        <pc:docMk/>
      </pc:docMkLst>
      <pc:sldChg chg="addSp modSp">
        <pc:chgData name="Daniel Cregg" userId="a4417ebc-d1f9-4266-8a6c-2c7f21bbea7f" providerId="ADAL" clId="{E3DE219E-AB2E-4EE6-87CF-1AFF7ACA8F0C}" dt="2025-10-13T22:40:33.434" v="18" actId="1076"/>
        <pc:sldMkLst>
          <pc:docMk/>
          <pc:sldMk cId="3497088910" sldId="256"/>
        </pc:sldMkLst>
        <pc:picChg chg="add mod">
          <ac:chgData name="Daniel Cregg" userId="a4417ebc-d1f9-4266-8a6c-2c7f21bbea7f" providerId="ADAL" clId="{E3DE219E-AB2E-4EE6-87CF-1AFF7ACA8F0C}" dt="2025-10-13T22:40:33.434" v="18" actId="1076"/>
          <ac:picMkLst>
            <pc:docMk/>
            <pc:sldMk cId="3497088910" sldId="256"/>
            <ac:picMk id="2050" creationId="{1E488E3A-8D88-4C64-7C25-9B823756B1A7}"/>
          </ac:picMkLst>
        </pc:picChg>
      </pc:sldChg>
      <pc:sldChg chg="modAnim">
        <pc:chgData name="Daniel Cregg" userId="a4417ebc-d1f9-4266-8a6c-2c7f21bbea7f" providerId="ADAL" clId="{E3DE219E-AB2E-4EE6-87CF-1AFF7ACA8F0C}" dt="2025-10-13T22:40:44.863" v="19"/>
        <pc:sldMkLst>
          <pc:docMk/>
          <pc:sldMk cId="0" sldId="257"/>
        </pc:sldMkLst>
      </pc:sldChg>
      <pc:sldChg chg="addSp modSp mod modAnim">
        <pc:chgData name="Daniel Cregg" userId="a4417ebc-d1f9-4266-8a6c-2c7f21bbea7f" providerId="ADAL" clId="{E3DE219E-AB2E-4EE6-87CF-1AFF7ACA8F0C}" dt="2025-10-13T22:45:29.467" v="56" actId="1076"/>
        <pc:sldMkLst>
          <pc:docMk/>
          <pc:sldMk cId="0" sldId="258"/>
        </pc:sldMkLst>
        <pc:spChg chg="mod">
          <ac:chgData name="Daniel Cregg" userId="a4417ebc-d1f9-4266-8a6c-2c7f21bbea7f" providerId="ADAL" clId="{E3DE219E-AB2E-4EE6-87CF-1AFF7ACA8F0C}" dt="2025-10-13T22:44:49.117" v="45" actId="14100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Daniel Cregg" userId="a4417ebc-d1f9-4266-8a6c-2c7f21bbea7f" providerId="ADAL" clId="{E3DE219E-AB2E-4EE6-87CF-1AFF7ACA8F0C}" dt="2025-10-13T22:45:29.467" v="56" actId="1076"/>
          <ac:picMkLst>
            <pc:docMk/>
            <pc:sldMk cId="0" sldId="258"/>
            <ac:picMk id="4098" creationId="{ABDD142A-0D5D-FE15-E3D5-3E2AEC474EEA}"/>
          </ac:picMkLst>
        </pc:picChg>
      </pc:sldChg>
      <pc:sldChg chg="addSp modSp mod modAnim">
        <pc:chgData name="Daniel Cregg" userId="a4417ebc-d1f9-4266-8a6c-2c7f21bbea7f" providerId="ADAL" clId="{E3DE219E-AB2E-4EE6-87CF-1AFF7ACA8F0C}" dt="2025-10-13T22:52:13.891" v="69"/>
        <pc:sldMkLst>
          <pc:docMk/>
          <pc:sldMk cId="0" sldId="259"/>
        </pc:sldMkLst>
        <pc:spChg chg="mod">
          <ac:chgData name="Daniel Cregg" userId="a4417ebc-d1f9-4266-8a6c-2c7f21bbea7f" providerId="ADAL" clId="{E3DE219E-AB2E-4EE6-87CF-1AFF7ACA8F0C}" dt="2025-10-13T22:52:00.394" v="66" actId="27636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Daniel Cregg" userId="a4417ebc-d1f9-4266-8a6c-2c7f21bbea7f" providerId="ADAL" clId="{E3DE219E-AB2E-4EE6-87CF-1AFF7ACA8F0C}" dt="2025-10-13T22:52:11.905" v="68" actId="1076"/>
          <ac:picMkLst>
            <pc:docMk/>
            <pc:sldMk cId="0" sldId="259"/>
            <ac:picMk id="5122" creationId="{BAD0BECD-982A-E98A-6083-A2BB3763477D}"/>
          </ac:picMkLst>
        </pc:picChg>
      </pc:sldChg>
      <pc:sldChg chg="addSp delSp modSp mod modAnim">
        <pc:chgData name="Daniel Cregg" userId="a4417ebc-d1f9-4266-8a6c-2c7f21bbea7f" providerId="ADAL" clId="{E3DE219E-AB2E-4EE6-87CF-1AFF7ACA8F0C}" dt="2025-10-14T09:37:51.096" v="94" actId="1076"/>
        <pc:sldMkLst>
          <pc:docMk/>
          <pc:sldMk cId="0" sldId="260"/>
        </pc:sldMkLst>
        <pc:spChg chg="mod">
          <ac:chgData name="Daniel Cregg" userId="a4417ebc-d1f9-4266-8a6c-2c7f21bbea7f" providerId="ADAL" clId="{E3DE219E-AB2E-4EE6-87CF-1AFF7ACA8F0C}" dt="2025-10-14T09:37:47.046" v="93" actId="27636"/>
          <ac:spMkLst>
            <pc:docMk/>
            <pc:sldMk cId="0" sldId="260"/>
            <ac:spMk id="3" creationId="{00000000-0000-0000-0000-000000000000}"/>
          </ac:spMkLst>
        </pc:spChg>
        <pc:picChg chg="del">
          <ac:chgData name="Daniel Cregg" userId="a4417ebc-d1f9-4266-8a6c-2c7f21bbea7f" providerId="ADAL" clId="{E3DE219E-AB2E-4EE6-87CF-1AFF7ACA8F0C}" dt="2025-10-13T22:53:55.516" v="70" actId="478"/>
          <ac:picMkLst>
            <pc:docMk/>
            <pc:sldMk cId="0" sldId="260"/>
            <ac:picMk id="4" creationId="{00000000-0000-0000-0000-000000000000}"/>
          </ac:picMkLst>
        </pc:picChg>
        <pc:picChg chg="add mod">
          <ac:chgData name="Daniel Cregg" userId="a4417ebc-d1f9-4266-8a6c-2c7f21bbea7f" providerId="ADAL" clId="{E3DE219E-AB2E-4EE6-87CF-1AFF7ACA8F0C}" dt="2025-10-14T09:37:51.096" v="94" actId="1076"/>
          <ac:picMkLst>
            <pc:docMk/>
            <pc:sldMk cId="0" sldId="260"/>
            <ac:picMk id="6146" creationId="{C796B08B-ADB4-FD26-494C-4B93568C42DB}"/>
          </ac:picMkLst>
        </pc:picChg>
      </pc:sldChg>
      <pc:sldChg chg="addSp modSp mod">
        <pc:chgData name="Daniel Cregg" userId="a4417ebc-d1f9-4266-8a6c-2c7f21bbea7f" providerId="ADAL" clId="{E3DE219E-AB2E-4EE6-87CF-1AFF7ACA8F0C}" dt="2025-10-14T09:37:19.669" v="87" actId="1076"/>
        <pc:sldMkLst>
          <pc:docMk/>
          <pc:sldMk cId="0" sldId="261"/>
        </pc:sldMkLst>
        <pc:spChg chg="mod">
          <ac:chgData name="Daniel Cregg" userId="a4417ebc-d1f9-4266-8a6c-2c7f21bbea7f" providerId="ADAL" clId="{E3DE219E-AB2E-4EE6-87CF-1AFF7ACA8F0C}" dt="2025-10-14T09:37:16.386" v="86" actId="14100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Daniel Cregg" userId="a4417ebc-d1f9-4266-8a6c-2c7f21bbea7f" providerId="ADAL" clId="{E3DE219E-AB2E-4EE6-87CF-1AFF7ACA8F0C}" dt="2025-10-14T09:37:19.669" v="87" actId="1076"/>
          <ac:picMkLst>
            <pc:docMk/>
            <pc:sldMk cId="0" sldId="261"/>
            <ac:picMk id="4" creationId="{9E22E082-91D9-D182-3285-2BEEE6A43EB3}"/>
          </ac:picMkLst>
        </pc:picChg>
      </pc:sldChg>
      <pc:sldChg chg="ord">
        <pc:chgData name="Daniel Cregg" userId="a4417ebc-d1f9-4266-8a6c-2c7f21bbea7f" providerId="ADAL" clId="{E3DE219E-AB2E-4EE6-87CF-1AFF7ACA8F0C}" dt="2025-10-14T09:38:36.314" v="96"/>
        <pc:sldMkLst>
          <pc:docMk/>
          <pc:sldMk cId="0" sldId="262"/>
        </pc:sldMkLst>
      </pc:sldChg>
      <pc:sldChg chg="ord">
        <pc:chgData name="Daniel Cregg" userId="a4417ebc-d1f9-4266-8a6c-2c7f21bbea7f" providerId="ADAL" clId="{E3DE219E-AB2E-4EE6-87CF-1AFF7ACA8F0C}" dt="2025-10-14T09:39:12.059" v="98"/>
        <pc:sldMkLst>
          <pc:docMk/>
          <pc:sldMk cId="0" sldId="263"/>
        </pc:sldMkLst>
      </pc:sldChg>
      <pc:sldChg chg="addSp modSp mod">
        <pc:chgData name="Daniel Cregg" userId="a4417ebc-d1f9-4266-8a6c-2c7f21bbea7f" providerId="ADAL" clId="{E3DE219E-AB2E-4EE6-87CF-1AFF7ACA8F0C}" dt="2025-10-14T10:03:03.391" v="266" actId="1076"/>
        <pc:sldMkLst>
          <pc:docMk/>
          <pc:sldMk cId="0" sldId="264"/>
        </pc:sldMkLst>
        <pc:spChg chg="mod">
          <ac:chgData name="Daniel Cregg" userId="a4417ebc-d1f9-4266-8a6c-2c7f21bbea7f" providerId="ADAL" clId="{E3DE219E-AB2E-4EE6-87CF-1AFF7ACA8F0C}" dt="2025-10-14T09:39:57.715" v="117" actId="20577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Daniel Cregg" userId="a4417ebc-d1f9-4266-8a6c-2c7f21bbea7f" providerId="ADAL" clId="{E3DE219E-AB2E-4EE6-87CF-1AFF7ACA8F0C}" dt="2025-10-14T10:03:03.391" v="266" actId="1076"/>
          <ac:spMkLst>
            <pc:docMk/>
            <pc:sldMk cId="0" sldId="264"/>
            <ac:spMk id="5" creationId="{1F59DBC5-EF83-D5FB-41B0-5AD57182FF63}"/>
          </ac:spMkLst>
        </pc:spChg>
        <pc:picChg chg="mod">
          <ac:chgData name="Daniel Cregg" userId="a4417ebc-d1f9-4266-8a6c-2c7f21bbea7f" providerId="ADAL" clId="{E3DE219E-AB2E-4EE6-87CF-1AFF7ACA8F0C}" dt="2025-10-14T10:02:47.770" v="264" actId="1076"/>
          <ac:picMkLst>
            <pc:docMk/>
            <pc:sldMk cId="0" sldId="264"/>
            <ac:picMk id="4" creationId="{00000000-0000-0000-0000-000000000000}"/>
          </ac:picMkLst>
        </pc:picChg>
      </pc:sldChg>
      <pc:sldChg chg="addSp delSp modSp mod">
        <pc:chgData name="Daniel Cregg" userId="a4417ebc-d1f9-4266-8a6c-2c7f21bbea7f" providerId="ADAL" clId="{E3DE219E-AB2E-4EE6-87CF-1AFF7ACA8F0C}" dt="2025-10-14T09:48:55.287" v="203" actId="1076"/>
        <pc:sldMkLst>
          <pc:docMk/>
          <pc:sldMk cId="0" sldId="266"/>
        </pc:sldMkLst>
        <pc:spChg chg="mod">
          <ac:chgData name="Daniel Cregg" userId="a4417ebc-d1f9-4266-8a6c-2c7f21bbea7f" providerId="ADAL" clId="{E3DE219E-AB2E-4EE6-87CF-1AFF7ACA8F0C}" dt="2025-10-14T09:43:10.076" v="121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Daniel Cregg" userId="a4417ebc-d1f9-4266-8a6c-2c7f21bbea7f" providerId="ADAL" clId="{E3DE219E-AB2E-4EE6-87CF-1AFF7ACA8F0C}" dt="2025-10-14T09:48:47.983" v="202" actId="20577"/>
          <ac:spMkLst>
            <pc:docMk/>
            <pc:sldMk cId="0" sldId="266"/>
            <ac:spMk id="3" creationId="{00000000-0000-0000-0000-000000000000}"/>
          </ac:spMkLst>
        </pc:spChg>
        <pc:picChg chg="add del mod">
          <ac:chgData name="Daniel Cregg" userId="a4417ebc-d1f9-4266-8a6c-2c7f21bbea7f" providerId="ADAL" clId="{E3DE219E-AB2E-4EE6-87CF-1AFF7ACA8F0C}" dt="2025-10-14T09:45:42.496" v="133" actId="478"/>
          <ac:picMkLst>
            <pc:docMk/>
            <pc:sldMk cId="0" sldId="266"/>
            <ac:picMk id="5" creationId="{3925F1CC-9D18-8CA3-53A7-0EC2F6BEF64C}"/>
          </ac:picMkLst>
        </pc:picChg>
        <pc:picChg chg="add del mod">
          <ac:chgData name="Daniel Cregg" userId="a4417ebc-d1f9-4266-8a6c-2c7f21bbea7f" providerId="ADAL" clId="{E3DE219E-AB2E-4EE6-87CF-1AFF7ACA8F0C}" dt="2025-10-14T09:45:43.776" v="134" actId="478"/>
          <ac:picMkLst>
            <pc:docMk/>
            <pc:sldMk cId="0" sldId="266"/>
            <ac:picMk id="7" creationId="{982F7F73-A685-63D6-FDA0-31E07589D86A}"/>
          </ac:picMkLst>
        </pc:picChg>
        <pc:picChg chg="add mod">
          <ac:chgData name="Daniel Cregg" userId="a4417ebc-d1f9-4266-8a6c-2c7f21bbea7f" providerId="ADAL" clId="{E3DE219E-AB2E-4EE6-87CF-1AFF7ACA8F0C}" dt="2025-10-14T09:46:23.541" v="139" actId="1076"/>
          <ac:picMkLst>
            <pc:docMk/>
            <pc:sldMk cId="0" sldId="266"/>
            <ac:picMk id="8" creationId="{EBCC7081-78DA-6555-2E77-B284672A1AF2}"/>
          </ac:picMkLst>
        </pc:picChg>
        <pc:picChg chg="add mod">
          <ac:chgData name="Daniel Cregg" userId="a4417ebc-d1f9-4266-8a6c-2c7f21bbea7f" providerId="ADAL" clId="{E3DE219E-AB2E-4EE6-87CF-1AFF7ACA8F0C}" dt="2025-10-14T09:48:55.287" v="203" actId="1076"/>
          <ac:picMkLst>
            <pc:docMk/>
            <pc:sldMk cId="0" sldId="266"/>
            <ac:picMk id="9" creationId="{362C48A9-282C-6A98-C999-D32016A1D739}"/>
          </ac:picMkLst>
        </pc:picChg>
      </pc:sldChg>
      <pc:sldChg chg="modSp mod">
        <pc:chgData name="Daniel Cregg" userId="a4417ebc-d1f9-4266-8a6c-2c7f21bbea7f" providerId="ADAL" clId="{E3DE219E-AB2E-4EE6-87CF-1AFF7ACA8F0C}" dt="2025-10-14T09:50:25.155" v="209" actId="113"/>
        <pc:sldMkLst>
          <pc:docMk/>
          <pc:sldMk cId="0" sldId="275"/>
        </pc:sldMkLst>
        <pc:spChg chg="mod">
          <ac:chgData name="Daniel Cregg" userId="a4417ebc-d1f9-4266-8a6c-2c7f21bbea7f" providerId="ADAL" clId="{E3DE219E-AB2E-4EE6-87CF-1AFF7ACA8F0C}" dt="2025-10-14T09:50:25.155" v="209" actId="113"/>
          <ac:spMkLst>
            <pc:docMk/>
            <pc:sldMk cId="0" sldId="275"/>
            <ac:spMk id="3" creationId="{00000000-0000-0000-0000-000000000000}"/>
          </ac:spMkLst>
        </pc:spChg>
      </pc:sldChg>
      <pc:sldChg chg="modSp mod modAnim">
        <pc:chgData name="Daniel Cregg" userId="a4417ebc-d1f9-4266-8a6c-2c7f21bbea7f" providerId="ADAL" clId="{E3DE219E-AB2E-4EE6-87CF-1AFF7ACA8F0C}" dt="2025-10-14T09:54:51.944" v="223"/>
        <pc:sldMkLst>
          <pc:docMk/>
          <pc:sldMk cId="0" sldId="283"/>
        </pc:sldMkLst>
        <pc:spChg chg="mod">
          <ac:chgData name="Daniel Cregg" userId="a4417ebc-d1f9-4266-8a6c-2c7f21bbea7f" providerId="ADAL" clId="{E3DE219E-AB2E-4EE6-87CF-1AFF7ACA8F0C}" dt="2025-10-14T09:54:40.093" v="222" actId="5793"/>
          <ac:spMkLst>
            <pc:docMk/>
            <pc:sldMk cId="0" sldId="283"/>
            <ac:spMk id="3" creationId="{00000000-0000-0000-0000-000000000000}"/>
          </ac:spMkLst>
        </pc:spChg>
      </pc:sldChg>
      <pc:sldChg chg="addSp modSp new">
        <pc:chgData name="Daniel Cregg" userId="a4417ebc-d1f9-4266-8a6c-2c7f21bbea7f" providerId="ADAL" clId="{E3DE219E-AB2E-4EE6-87CF-1AFF7ACA8F0C}" dt="2025-10-13T22:39:38.183" v="16" actId="1076"/>
        <pc:sldMkLst>
          <pc:docMk/>
          <pc:sldMk cId="2303812677" sldId="284"/>
        </pc:sldMkLst>
        <pc:picChg chg="add mod">
          <ac:chgData name="Daniel Cregg" userId="a4417ebc-d1f9-4266-8a6c-2c7f21bbea7f" providerId="ADAL" clId="{E3DE219E-AB2E-4EE6-87CF-1AFF7ACA8F0C}" dt="2025-10-13T22:39:38.183" v="16" actId="1076"/>
          <ac:picMkLst>
            <pc:docMk/>
            <pc:sldMk cId="2303812677" sldId="284"/>
            <ac:picMk id="1026" creationId="{4CA41333-725A-4627-DF10-7EDE9786CDB1}"/>
          </ac:picMkLst>
        </pc:picChg>
      </pc:sldChg>
      <pc:sldChg chg="addSp modSp new mod modAnim">
        <pc:chgData name="Daniel Cregg" userId="a4417ebc-d1f9-4266-8a6c-2c7f21bbea7f" providerId="ADAL" clId="{E3DE219E-AB2E-4EE6-87CF-1AFF7ACA8F0C}" dt="2025-10-13T22:44:01.410" v="44" actId="1076"/>
        <pc:sldMkLst>
          <pc:docMk/>
          <pc:sldMk cId="481327363" sldId="285"/>
        </pc:sldMkLst>
        <pc:spChg chg="mod">
          <ac:chgData name="Daniel Cregg" userId="a4417ebc-d1f9-4266-8a6c-2c7f21bbea7f" providerId="ADAL" clId="{E3DE219E-AB2E-4EE6-87CF-1AFF7ACA8F0C}" dt="2025-10-13T22:41:17.131" v="25"/>
          <ac:spMkLst>
            <pc:docMk/>
            <pc:sldMk cId="481327363" sldId="285"/>
            <ac:spMk id="2" creationId="{AFF7947C-A6EF-C763-AFEC-DA3EA5132675}"/>
          </ac:spMkLst>
        </pc:spChg>
        <pc:spChg chg="mod">
          <ac:chgData name="Daniel Cregg" userId="a4417ebc-d1f9-4266-8a6c-2c7f21bbea7f" providerId="ADAL" clId="{E3DE219E-AB2E-4EE6-87CF-1AFF7ACA8F0C}" dt="2025-10-13T22:43:53.661" v="42" actId="14100"/>
          <ac:spMkLst>
            <pc:docMk/>
            <pc:sldMk cId="481327363" sldId="285"/>
            <ac:spMk id="3" creationId="{84A663F4-E953-DB43-FE34-30975C82B21C}"/>
          </ac:spMkLst>
        </pc:spChg>
        <pc:picChg chg="add mod">
          <ac:chgData name="Daniel Cregg" userId="a4417ebc-d1f9-4266-8a6c-2c7f21bbea7f" providerId="ADAL" clId="{E3DE219E-AB2E-4EE6-87CF-1AFF7ACA8F0C}" dt="2025-10-13T22:44:01.410" v="44" actId="1076"/>
          <ac:picMkLst>
            <pc:docMk/>
            <pc:sldMk cId="481327363" sldId="285"/>
            <ac:picMk id="3074" creationId="{581568D1-32CC-9F58-F658-57E8A64CA0A1}"/>
          </ac:picMkLst>
        </pc:picChg>
      </pc:sldChg>
      <pc:sldChg chg="modSp new mod">
        <pc:chgData name="Daniel Cregg" userId="a4417ebc-d1f9-4266-8a6c-2c7f21bbea7f" providerId="ADAL" clId="{E3DE219E-AB2E-4EE6-87CF-1AFF7ACA8F0C}" dt="2025-10-14T09:57:48.131" v="233"/>
        <pc:sldMkLst>
          <pc:docMk/>
          <pc:sldMk cId="2272228073" sldId="286"/>
        </pc:sldMkLst>
        <pc:spChg chg="mod">
          <ac:chgData name="Daniel Cregg" userId="a4417ebc-d1f9-4266-8a6c-2c7f21bbea7f" providerId="ADAL" clId="{E3DE219E-AB2E-4EE6-87CF-1AFF7ACA8F0C}" dt="2025-10-14T09:57:15.380" v="225"/>
          <ac:spMkLst>
            <pc:docMk/>
            <pc:sldMk cId="2272228073" sldId="286"/>
            <ac:spMk id="2" creationId="{AD23C705-1DC6-B898-3B0A-06CE5B8624C7}"/>
          </ac:spMkLst>
        </pc:spChg>
        <pc:spChg chg="mod">
          <ac:chgData name="Daniel Cregg" userId="a4417ebc-d1f9-4266-8a6c-2c7f21bbea7f" providerId="ADAL" clId="{E3DE219E-AB2E-4EE6-87CF-1AFF7ACA8F0C}" dt="2025-10-14T09:57:48.131" v="233"/>
          <ac:spMkLst>
            <pc:docMk/>
            <pc:sldMk cId="2272228073" sldId="286"/>
            <ac:spMk id="3" creationId="{FEC6866E-D30E-77AB-7107-58A7CD2E3A53}"/>
          </ac:spMkLst>
        </pc:spChg>
      </pc:sldChg>
      <pc:sldChg chg="modSp new mod">
        <pc:chgData name="Daniel Cregg" userId="a4417ebc-d1f9-4266-8a6c-2c7f21bbea7f" providerId="ADAL" clId="{E3DE219E-AB2E-4EE6-87CF-1AFF7ACA8F0C}" dt="2025-10-14T09:58:31.904" v="237" actId="27636"/>
        <pc:sldMkLst>
          <pc:docMk/>
          <pc:sldMk cId="3025192759" sldId="287"/>
        </pc:sldMkLst>
        <pc:spChg chg="mod">
          <ac:chgData name="Daniel Cregg" userId="a4417ebc-d1f9-4266-8a6c-2c7f21bbea7f" providerId="ADAL" clId="{E3DE219E-AB2E-4EE6-87CF-1AFF7ACA8F0C}" dt="2025-10-14T09:58:22.555" v="235"/>
          <ac:spMkLst>
            <pc:docMk/>
            <pc:sldMk cId="3025192759" sldId="287"/>
            <ac:spMk id="2" creationId="{B37BC82D-51CC-DE5A-0FDC-EBD4B130F760}"/>
          </ac:spMkLst>
        </pc:spChg>
        <pc:spChg chg="mod">
          <ac:chgData name="Daniel Cregg" userId="a4417ebc-d1f9-4266-8a6c-2c7f21bbea7f" providerId="ADAL" clId="{E3DE219E-AB2E-4EE6-87CF-1AFF7ACA8F0C}" dt="2025-10-14T09:58:31.904" v="237" actId="27636"/>
          <ac:spMkLst>
            <pc:docMk/>
            <pc:sldMk cId="3025192759" sldId="287"/>
            <ac:spMk id="3" creationId="{A704990E-611F-82A3-89F7-AD2B70504559}"/>
          </ac:spMkLst>
        </pc:spChg>
      </pc:sldChg>
      <pc:sldChg chg="modSp new mod">
        <pc:chgData name="Daniel Cregg" userId="a4417ebc-d1f9-4266-8a6c-2c7f21bbea7f" providerId="ADAL" clId="{E3DE219E-AB2E-4EE6-87CF-1AFF7ACA8F0C}" dt="2025-10-14T09:59:04.160" v="242" actId="20577"/>
        <pc:sldMkLst>
          <pc:docMk/>
          <pc:sldMk cId="3513433742" sldId="288"/>
        </pc:sldMkLst>
        <pc:spChg chg="mod">
          <ac:chgData name="Daniel Cregg" userId="a4417ebc-d1f9-4266-8a6c-2c7f21bbea7f" providerId="ADAL" clId="{E3DE219E-AB2E-4EE6-87CF-1AFF7ACA8F0C}" dt="2025-10-14T09:59:04.160" v="242" actId="20577"/>
          <ac:spMkLst>
            <pc:docMk/>
            <pc:sldMk cId="3513433742" sldId="288"/>
            <ac:spMk id="2" creationId="{990E1235-0A28-B88A-3D90-925A32815F34}"/>
          </ac:spMkLst>
        </pc:spChg>
        <pc:spChg chg="mod">
          <ac:chgData name="Daniel Cregg" userId="a4417ebc-d1f9-4266-8a6c-2c7f21bbea7f" providerId="ADAL" clId="{E3DE219E-AB2E-4EE6-87CF-1AFF7ACA8F0C}" dt="2025-10-14T09:58:52.264" v="240" actId="27636"/>
          <ac:spMkLst>
            <pc:docMk/>
            <pc:sldMk cId="3513433742" sldId="288"/>
            <ac:spMk id="3" creationId="{E5B33D8D-3C7F-E0B4-49A3-DA8E89278182}"/>
          </ac:spMkLst>
        </pc:spChg>
      </pc:sldChg>
      <pc:sldChg chg="addSp delSp modSp new mod">
        <pc:chgData name="Daniel Cregg" userId="a4417ebc-d1f9-4266-8a6c-2c7f21bbea7f" providerId="ADAL" clId="{E3DE219E-AB2E-4EE6-87CF-1AFF7ACA8F0C}" dt="2025-10-14T10:07:26.231" v="323"/>
        <pc:sldMkLst>
          <pc:docMk/>
          <pc:sldMk cId="11227519" sldId="289"/>
        </pc:sldMkLst>
        <pc:spChg chg="mod">
          <ac:chgData name="Daniel Cregg" userId="a4417ebc-d1f9-4266-8a6c-2c7f21bbea7f" providerId="ADAL" clId="{E3DE219E-AB2E-4EE6-87CF-1AFF7ACA8F0C}" dt="2025-10-14T10:07:26.231" v="323"/>
          <ac:spMkLst>
            <pc:docMk/>
            <pc:sldMk cId="11227519" sldId="289"/>
            <ac:spMk id="2" creationId="{3994FE5C-0ED8-FA2A-FBF1-E2CFF3D4A87B}"/>
          </ac:spMkLst>
        </pc:spChg>
        <pc:spChg chg="del">
          <ac:chgData name="Daniel Cregg" userId="a4417ebc-d1f9-4266-8a6c-2c7f21bbea7f" providerId="ADAL" clId="{E3DE219E-AB2E-4EE6-87CF-1AFF7ACA8F0C}" dt="2025-10-14T09:59:15.992" v="244"/>
          <ac:spMkLst>
            <pc:docMk/>
            <pc:sldMk cId="11227519" sldId="289"/>
            <ac:spMk id="3" creationId="{E091C068-297B-5FF8-F8CB-2230A455B2CF}"/>
          </ac:spMkLst>
        </pc:spChg>
        <pc:spChg chg="add mod">
          <ac:chgData name="Daniel Cregg" userId="a4417ebc-d1f9-4266-8a6c-2c7f21bbea7f" providerId="ADAL" clId="{E3DE219E-AB2E-4EE6-87CF-1AFF7ACA8F0C}" dt="2025-10-14T10:07:17.940" v="322" actId="14100"/>
          <ac:spMkLst>
            <pc:docMk/>
            <pc:sldMk cId="11227519" sldId="289"/>
            <ac:spMk id="5" creationId="{3A4BD0CF-9E15-D43E-3C87-4DFE44E9FDFF}"/>
          </ac:spMkLst>
        </pc:spChg>
        <pc:graphicFrameChg chg="add mod modGraphic">
          <ac:chgData name="Daniel Cregg" userId="a4417ebc-d1f9-4266-8a6c-2c7f21bbea7f" providerId="ADAL" clId="{E3DE219E-AB2E-4EE6-87CF-1AFF7ACA8F0C}" dt="2025-10-14T10:00:57.596" v="258" actId="1076"/>
          <ac:graphicFrameMkLst>
            <pc:docMk/>
            <pc:sldMk cId="11227519" sldId="289"/>
            <ac:graphicFrameMk id="4" creationId="{2B970345-2E4C-247A-10D1-B8A230EA4917}"/>
          </ac:graphicFrameMkLst>
        </pc:graphicFrameChg>
      </pc:sldChg>
      <pc:sldChg chg="addSp delSp modSp new mod">
        <pc:chgData name="Daniel Cregg" userId="a4417ebc-d1f9-4266-8a6c-2c7f21bbea7f" providerId="ADAL" clId="{E3DE219E-AB2E-4EE6-87CF-1AFF7ACA8F0C}" dt="2025-10-14T10:05:20.552" v="274" actId="207"/>
        <pc:sldMkLst>
          <pc:docMk/>
          <pc:sldMk cId="1138963279" sldId="290"/>
        </pc:sldMkLst>
        <pc:spChg chg="mod">
          <ac:chgData name="Daniel Cregg" userId="a4417ebc-d1f9-4266-8a6c-2c7f21bbea7f" providerId="ADAL" clId="{E3DE219E-AB2E-4EE6-87CF-1AFF7ACA8F0C}" dt="2025-10-14T10:04:33.907" v="268"/>
          <ac:spMkLst>
            <pc:docMk/>
            <pc:sldMk cId="1138963279" sldId="290"/>
            <ac:spMk id="2" creationId="{C3E16E78-7F9C-9EB3-26F5-F5C9F90267DB}"/>
          </ac:spMkLst>
        </pc:spChg>
        <pc:spChg chg="del">
          <ac:chgData name="Daniel Cregg" userId="a4417ebc-d1f9-4266-8a6c-2c7f21bbea7f" providerId="ADAL" clId="{E3DE219E-AB2E-4EE6-87CF-1AFF7ACA8F0C}" dt="2025-10-14T10:04:41.892" v="269"/>
          <ac:spMkLst>
            <pc:docMk/>
            <pc:sldMk cId="1138963279" sldId="290"/>
            <ac:spMk id="3" creationId="{34C7CBA4-42BC-BDBD-25E2-8491E3C26B34}"/>
          </ac:spMkLst>
        </pc:spChg>
        <pc:graphicFrameChg chg="add mod modGraphic">
          <ac:chgData name="Daniel Cregg" userId="a4417ebc-d1f9-4266-8a6c-2c7f21bbea7f" providerId="ADAL" clId="{E3DE219E-AB2E-4EE6-87CF-1AFF7ACA8F0C}" dt="2025-10-14T10:05:20.552" v="274" actId="207"/>
          <ac:graphicFrameMkLst>
            <pc:docMk/>
            <pc:sldMk cId="1138963279" sldId="290"/>
            <ac:graphicFrameMk id="4" creationId="{B151F46E-4F08-B566-9C9F-E03EFA35894F}"/>
          </ac:graphicFrameMkLst>
        </pc:graphicFrameChg>
      </pc:sldChg>
      <pc:sldChg chg="addSp modSp new mod">
        <pc:chgData name="Daniel Cregg" userId="a4417ebc-d1f9-4266-8a6c-2c7f21bbea7f" providerId="ADAL" clId="{E3DE219E-AB2E-4EE6-87CF-1AFF7ACA8F0C}" dt="2025-10-14T10:11:43.710" v="332" actId="27636"/>
        <pc:sldMkLst>
          <pc:docMk/>
          <pc:sldMk cId="331671699" sldId="291"/>
        </pc:sldMkLst>
        <pc:spChg chg="mod">
          <ac:chgData name="Daniel Cregg" userId="a4417ebc-d1f9-4266-8a6c-2c7f21bbea7f" providerId="ADAL" clId="{E3DE219E-AB2E-4EE6-87CF-1AFF7ACA8F0C}" dt="2025-10-14T10:11:00.575" v="329" actId="14100"/>
          <ac:spMkLst>
            <pc:docMk/>
            <pc:sldMk cId="331671699" sldId="291"/>
            <ac:spMk id="2" creationId="{CB534664-5A40-DD62-9373-641524D41811}"/>
          </ac:spMkLst>
        </pc:spChg>
        <pc:spChg chg="mod">
          <ac:chgData name="Daniel Cregg" userId="a4417ebc-d1f9-4266-8a6c-2c7f21bbea7f" providerId="ADAL" clId="{E3DE219E-AB2E-4EE6-87CF-1AFF7ACA8F0C}" dt="2025-10-14T10:11:43.710" v="332" actId="27636"/>
          <ac:spMkLst>
            <pc:docMk/>
            <pc:sldMk cId="331671699" sldId="291"/>
            <ac:spMk id="3" creationId="{D0939E4E-82AE-87E2-A39C-76813049A3D3}"/>
          </ac:spMkLst>
        </pc:spChg>
        <pc:picChg chg="add mod">
          <ac:chgData name="Daniel Cregg" userId="a4417ebc-d1f9-4266-8a6c-2c7f21bbea7f" providerId="ADAL" clId="{E3DE219E-AB2E-4EE6-87CF-1AFF7ACA8F0C}" dt="2025-10-14T10:10:23.540" v="326" actId="1076"/>
          <ac:picMkLst>
            <pc:docMk/>
            <pc:sldMk cId="331671699" sldId="291"/>
            <ac:picMk id="3074" creationId="{8553F0C4-1009-DAAB-7722-84FE5A026A61}"/>
          </ac:picMkLst>
        </pc:picChg>
      </pc:sldChg>
      <pc:sldChg chg="modSp new del mod">
        <pc:chgData name="Daniel Cregg" userId="a4417ebc-d1f9-4266-8a6c-2c7f21bbea7f" providerId="ADAL" clId="{E3DE219E-AB2E-4EE6-87CF-1AFF7ACA8F0C}" dt="2025-10-14T10:21:16.948" v="337" actId="47"/>
        <pc:sldMkLst>
          <pc:docMk/>
          <pc:sldMk cId="3731688519" sldId="292"/>
        </pc:sldMkLst>
        <pc:spChg chg="mod">
          <ac:chgData name="Daniel Cregg" userId="a4417ebc-d1f9-4266-8a6c-2c7f21bbea7f" providerId="ADAL" clId="{E3DE219E-AB2E-4EE6-87CF-1AFF7ACA8F0C}" dt="2025-10-14T10:20:14.618" v="336"/>
          <ac:spMkLst>
            <pc:docMk/>
            <pc:sldMk cId="3731688519" sldId="292"/>
            <ac:spMk id="3" creationId="{21482BB5-6171-2AE9-4DED-93508BE87CE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BD74-770C-8E8F-E120-C0DE2E13E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AC0F4-2938-282E-489F-77402428C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2B8DC-D59B-3CB1-7CA1-936556090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16/10/2025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9F888-14BD-2F90-BD7E-9B96301E6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9C89B-5792-D408-B5D7-F1FE9193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134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2E88-8DF5-9050-4762-1E3140925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98EFA-6AA9-D2C5-6D83-ED1E8A328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91C13-F453-A3C2-1AA9-D00F55A9F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16/10/2025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C658-79A7-5747-9C33-C2295EFD7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BFBD6-2FBF-5F8A-CBFC-2CFD102E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587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BCA1-CB3C-FDDF-3E28-06A065D8A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9F3B9-0D4D-E076-0DBE-3642292C2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059F-F7C4-C55C-D4D0-F0D58563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16/10/2025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86AEC-2A64-8411-77E9-0323B109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92C13-0DF6-4A46-30C3-206E646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74722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AB97-4BB3-1976-0902-80A67B19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84BF3-1653-41E6-3AE7-B43DD3246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CF0F9-07C7-DCEA-4A52-78BF208D4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3F3CD-33A2-58EF-A2B6-3155CB6D3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16/10/2025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26457-C0F5-519F-7288-3F8FD225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82587-58E4-EF2B-A838-5DD81E60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079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B3A6-D6B7-5203-01F9-01895E99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F37BF-7B7F-74EF-EE3C-D695E8485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DB3D4-1BB1-AF7E-40C5-64E778F92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3BC921-9555-E241-1465-804CD7B0C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580C0-6CF6-945C-1504-239F7AB00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0DBC6-A34D-EB10-028C-65FE2724E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16/10/2025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5949E-8297-7E4B-08A6-7F5D22199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A64FB8-37AF-F828-B8E5-B144B655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2147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8704-DFDE-CE6F-A7DC-89FF3376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C5D5D3-32A2-D568-3BBB-361355CF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16/10/2025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36C9D4-D9FA-B627-5883-F92881543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348EB-A39A-6E2D-2E70-97CBEE31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216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58CF1C-7600-7AA7-28DA-A94FBDCD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16/10/2025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F5CE0B-3FAC-4C1F-1590-8702CD5C5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BD2B3-77D9-BED2-0A4F-1F222101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47684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4A86B-219A-38F9-6AC4-EBBAD9BF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39B15-F543-73EC-F19E-853DC0915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B2DEC-A277-86D0-2C7A-B6DDA33D8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D90A1-4C2E-09C1-EE3F-56FC94765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16/10/2025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9F80E-2234-2450-2348-F356744B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B14E8-421E-7389-B35E-E446D122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14599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2AEB-9ABC-699D-8ED1-24DB3B7DD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8D49E0-4992-3F72-A0C2-BEC20CEE0E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AA23C-76DC-DCB8-6D0D-CBCB6771F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E669A-F5FE-5956-03E8-88DAB4E2A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16/10/2025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59012-7CE0-2E93-D1A5-7734A5FD3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E601F-C9CF-B0D3-A549-4C3DDAD5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27075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F9877-091A-2D55-1883-9FD7515D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E438E-D914-88C4-220B-7086E7CD3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76220-DDB0-FE7C-3FC8-DD8985BE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16/10/2025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9C4C0-8988-D40C-2EEE-9174B6BE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FCD6A-DA8E-B88C-FDE6-C5CE5236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96826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765AD-C417-976E-FAE2-D175648ACA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CBEEC-E0B4-1E7E-5168-CA337DF4B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7D147-C52B-1381-F244-C7157591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16/10/2025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108D3-012B-6D6A-0D5B-59B77E221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96939-C830-124A-BFEE-6DCBE91F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3407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3CD8D4-F5C3-0B73-F650-0212DED1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4274A-DC38-0EF2-2A2F-B9C1ED2F2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D09B4-CDB1-3BA3-3E9E-247C5C798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5CEE2-6E65-48D0-90B9-EB2BBC28F974}" type="datetimeFigureOut">
              <a:rPr lang="en-IE" smtClean="0"/>
              <a:t>16/10/2025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95F35-2780-7753-AC5E-CE5B04613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51B3B-DF87-9B31-6232-5C1188F2AF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194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anthropic.com/news/model-context-protoco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anielcregg.github.io/mcp-demo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37440-44C7-9EA2-81BB-0250D2A15B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Model Context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7FD6A-9BDB-EFA7-CAB2-E629A2C971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Making AI Smarter with External Data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1E488E3A-8D88-4C64-7C25-9B823756B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43053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088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r>
              <a:t>Introduction to MCP</a:t>
            </a:r>
          </a:p>
          <a:p>
            <a:r>
              <a:t>What is the Model Context Protocol?</a:t>
            </a:r>
          </a:p>
          <a:p>
            <a:r>
              <a:t>Why it matters for AI</a:t>
            </a:r>
          </a:p>
          <a:p>
            <a:r>
              <a:t>The Integration Problem</a:t>
            </a:r>
          </a:p>
          <a:p>
            <a:r>
              <a:t>Before MCP: Fragmented connections</a:t>
            </a:r>
          </a:p>
          <a:p>
            <a:r>
              <a:t>After MCP: Unified standard</a:t>
            </a:r>
          </a:p>
          <a:p>
            <a:r>
              <a:t>MCP Architecture</a:t>
            </a:r>
          </a:p>
          <a:p>
            <a:r>
              <a:t>Three key components: Host, Client, Server</a:t>
            </a:r>
          </a:p>
          <a:p>
            <a:r>
              <a:t>Communication flow and data pipeline</a:t>
            </a:r>
            <a:endParaRPr lang="en-IE"/>
          </a:p>
          <a:p>
            <a:r>
              <a:t>Technical Foundation</a:t>
            </a:r>
          </a:p>
          <a:p>
            <a:r>
              <a:t>JSON-RPC 2.0 protocol</a:t>
            </a:r>
          </a:p>
          <a:p>
            <a:r>
              <a:t>Transport mechanisms (</a:t>
            </a:r>
            <a:r>
              <a:rPr err="1"/>
              <a:t>stdio</a:t>
            </a:r>
            <a:r>
              <a:t>, HTTP+SSE)</a:t>
            </a:r>
          </a:p>
          <a:p>
            <a:r>
              <a:t>MCP Capabilities</a:t>
            </a:r>
          </a:p>
          <a:p>
            <a:r>
              <a:t>Resources, Tools, and Prompts</a:t>
            </a:r>
          </a:p>
          <a:p>
            <a:r>
              <a:t>Real-world MCP servers</a:t>
            </a:r>
          </a:p>
          <a:p>
            <a:r>
              <a:t>MCP vs Traditional APIs</a:t>
            </a:r>
          </a:p>
          <a:p>
            <a:r>
              <a:t>Key differences and when to use each</a:t>
            </a:r>
          </a:p>
          <a:p>
            <a:r>
              <a:t>Benefits and challenges</a:t>
            </a:r>
          </a:p>
          <a:p>
            <a:r>
              <a:t>Implementation Examples</a:t>
            </a:r>
          </a:p>
          <a:p>
            <a:r>
              <a:t>Code samples and configuration</a:t>
            </a:r>
          </a:p>
          <a:p>
            <a:r>
              <a:t>Conclusion and Future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748784" cy="4351338"/>
          </a:xfrm>
        </p:spPr>
        <p:txBody>
          <a:bodyPr/>
          <a:lstStyle/>
          <a:p>
            <a:r>
              <a:rPr b="1"/>
              <a:t>Model</a:t>
            </a:r>
            <a:r>
              <a:t> - Large Language Models (LLMs) like Claude, ChatGPT</a:t>
            </a:r>
          </a:p>
          <a:p>
            <a:r>
              <a:rPr b="1"/>
              <a:t>Context</a:t>
            </a:r>
            <a:r>
              <a:t> - External information: files, databases, APIs, real-time data</a:t>
            </a:r>
          </a:p>
          <a:p>
            <a:r>
              <a:rPr b="1"/>
              <a:t>Protocol</a:t>
            </a:r>
            <a:r>
              <a:t> - Standardized communication rules between systems</a:t>
            </a:r>
          </a:p>
        </p:txBody>
      </p:sp>
      <p:pic>
        <p:nvPicPr>
          <p:cNvPr id="4098" name="Picture 2" descr="Model Context Protocol (MCP) Assets | by Abhishek Jaiswal | Medium">
            <a:extLst>
              <a:ext uri="{FF2B5EF4-FFF2-40B4-BE49-F238E27FC236}">
                <a16:creationId xmlns:a16="http://schemas.microsoft.com/office/drawing/2014/main" id="{ABDD142A-0D5D-FE15-E3D5-3E2AEC474E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4" t="13533" r="3445" b="2275"/>
          <a:stretch>
            <a:fillRect/>
          </a:stretch>
        </p:blipFill>
        <p:spPr bwMode="auto">
          <a:xfrm>
            <a:off x="5751576" y="1122883"/>
            <a:ext cx="6031992" cy="5054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7947C-A6EF-C763-AFEC-DA3EA5132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What is MCP?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663F4-E953-DB43-FE34-30975C82B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158338" cy="4351338"/>
          </a:xfrm>
        </p:spPr>
        <p:txBody>
          <a:bodyPr>
            <a:normAutofit fontScale="92500"/>
          </a:bodyPr>
          <a:lstStyle/>
          <a:p>
            <a:r>
              <a:rPr lang="en-US"/>
              <a:t>MCP is an open standard released by </a:t>
            </a:r>
            <a:r>
              <a:rPr lang="en-US">
                <a:hlinkClick r:id="rId2"/>
              </a:rPr>
              <a:t>Anthropic in November 2024</a:t>
            </a:r>
            <a:endParaRPr lang="en-US"/>
          </a:p>
          <a:p>
            <a:r>
              <a:rPr lang="en-US"/>
              <a:t>Enables AI assistants to securely connect to external data sources</a:t>
            </a:r>
          </a:p>
          <a:p>
            <a:r>
              <a:rPr lang="en-US"/>
              <a:t>Think of it as USB-C for AI: one standard port for all connections</a:t>
            </a:r>
          </a:p>
          <a:p>
            <a:r>
              <a:rPr lang="en-US"/>
              <a:t>Eliminates need for custom integration code for each data source</a:t>
            </a:r>
          </a:p>
          <a:p>
            <a:endParaRPr lang="en-IE"/>
          </a:p>
        </p:txBody>
      </p:sp>
      <p:pic>
        <p:nvPicPr>
          <p:cNvPr id="3074" name="Picture 2" descr="What is Model Context Protocol (MCP)?">
            <a:extLst>
              <a:ext uri="{FF2B5EF4-FFF2-40B4-BE49-F238E27FC236}">
                <a16:creationId xmlns:a16="http://schemas.microsoft.com/office/drawing/2014/main" id="{581568D1-32CC-9F58-F658-57E8A64CA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7" t="9175" r="15379" b="21826"/>
          <a:stretch>
            <a:fillRect/>
          </a:stretch>
        </p:blipFill>
        <p:spPr bwMode="auto">
          <a:xfrm>
            <a:off x="5923387" y="2031411"/>
            <a:ext cx="6121668" cy="3416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32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052460" cy="4351338"/>
          </a:xfrm>
        </p:spPr>
        <p:txBody>
          <a:bodyPr>
            <a:normAutofit fontScale="70000" lnSpcReduction="20000"/>
          </a:bodyPr>
          <a:lstStyle/>
          <a:p>
            <a:r>
              <a:rPr b="1"/>
              <a:t>Host</a:t>
            </a:r>
            <a:r>
              <a:t> - The AI application (Claude Desktop, Cursor, VS Code)</a:t>
            </a:r>
          </a:p>
          <a:p>
            <a:pPr lvl="1"/>
            <a:r>
              <a:t>Manages client lifecycle and security policies</a:t>
            </a:r>
          </a:p>
          <a:p>
            <a:pPr lvl="1"/>
            <a:r>
              <a:t>Integrates with LLM for reasoning and responses</a:t>
            </a:r>
          </a:p>
          <a:p>
            <a:r>
              <a:rPr b="1"/>
              <a:t>Client</a:t>
            </a:r>
            <a:r>
              <a:t> - MCP protocol implementation within the host</a:t>
            </a:r>
          </a:p>
          <a:p>
            <a:pPr lvl="1"/>
            <a:r>
              <a:t>Maintains stateful connection to servers</a:t>
            </a:r>
          </a:p>
          <a:p>
            <a:pPr lvl="1"/>
            <a:r>
              <a:t>Handles capability negotiation and message routing</a:t>
            </a:r>
          </a:p>
          <a:p>
            <a:r>
              <a:rPr b="1"/>
              <a:t>Server</a:t>
            </a:r>
            <a:r>
              <a:t> - External program exposing capabilities</a:t>
            </a:r>
          </a:p>
          <a:p>
            <a:pPr lvl="1"/>
            <a:r>
              <a:t>Provides resources (data), tools (actions), prompts (templates)</a:t>
            </a:r>
            <a:endParaRPr lang="en-IE"/>
          </a:p>
          <a:p>
            <a:pPr lvl="1"/>
            <a:r>
              <a:t>Examples: GitHub, Slack, database connectors</a:t>
            </a:r>
          </a:p>
        </p:txBody>
      </p:sp>
      <p:pic>
        <p:nvPicPr>
          <p:cNvPr id="5122" name="Picture 2" descr="Model Context Protocol | LLM Inference Handbook">
            <a:extLst>
              <a:ext uri="{FF2B5EF4-FFF2-40B4-BE49-F238E27FC236}">
                <a16:creationId xmlns:a16="http://schemas.microsoft.com/office/drawing/2014/main" id="{BAD0BECD-982A-E98A-6083-A2BB37634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0660" y="2558617"/>
            <a:ext cx="6195461" cy="2390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257800" cy="4390072"/>
          </a:xfrm>
        </p:spPr>
        <p:txBody>
          <a:bodyPr>
            <a:normAutofit/>
          </a:bodyPr>
          <a:lstStyle/>
          <a:p>
            <a:r>
              <a:t>Client-server architecture</a:t>
            </a:r>
          </a:p>
          <a:p>
            <a:r>
              <a:t>Host contains AI application</a:t>
            </a:r>
          </a:p>
          <a:p>
            <a:r>
              <a:t>Client handles protocol communication</a:t>
            </a:r>
          </a:p>
          <a:p>
            <a:r>
              <a:t>Server exposes capabilities</a:t>
            </a:r>
          </a:p>
          <a:p>
            <a:r>
              <a:t>Secure, bidirectional messaging</a:t>
            </a:r>
          </a:p>
          <a:p>
            <a:r>
              <a:t>Stateful session management</a:t>
            </a:r>
          </a:p>
        </p:txBody>
      </p:sp>
      <p:pic>
        <p:nvPicPr>
          <p:cNvPr id="4" name="Picture 3" descr="mcp_data_flow.png"/>
          <p:cNvPicPr>
            <a:picLocks noChangeAspect="1"/>
          </p:cNvPicPr>
          <p:nvPr/>
        </p:nvPicPr>
        <p:blipFill>
          <a:blip r:embed="rId2"/>
          <a:srcRect l="3228" t="3638" r="23956" b="17866"/>
          <a:stretch>
            <a:fillRect/>
          </a:stretch>
        </p:blipFill>
        <p:spPr>
          <a:xfrm>
            <a:off x="5815085" y="1027905"/>
            <a:ext cx="6267188" cy="50528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4B67C-2783-B339-1977-8DBE822EC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ED7D7-CFCD-9CDA-7879-772F61F5F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A41333-725A-4627-DF10-7EDE9786C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094"/>
            <a:ext cx="12214462" cy="6785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812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t>User sends query to Host</a:t>
            </a:r>
          </a:p>
          <a:p>
            <a:pPr marL="514350" indent="-514350">
              <a:buFont typeface="+mj-lt"/>
              <a:buAutoNum type="arabicPeriod"/>
            </a:pPr>
            <a:r>
              <a:t>Host forwards to LLM for processing</a:t>
            </a:r>
          </a:p>
          <a:p>
            <a:pPr marL="514350" indent="-514350">
              <a:buFont typeface="+mj-lt"/>
              <a:buAutoNum type="arabicPeriod"/>
            </a:pPr>
            <a:r>
              <a:t>LLM determines needed capabilities</a:t>
            </a:r>
          </a:p>
          <a:p>
            <a:pPr marL="514350" indent="-514350">
              <a:buFont typeface="+mj-lt"/>
              <a:buAutoNum type="arabicPeriod"/>
            </a:pPr>
            <a:r>
              <a:t>Host requests tools from Client</a:t>
            </a:r>
          </a:p>
          <a:p>
            <a:pPr marL="514350" indent="-514350">
              <a:buFont typeface="+mj-lt"/>
              <a:buAutoNum type="arabicPeriod"/>
            </a:pPr>
            <a:r>
              <a:t>Client queries available tools from Server</a:t>
            </a:r>
          </a:p>
          <a:p>
            <a:pPr marL="514350" indent="-514350">
              <a:buFont typeface="+mj-lt"/>
              <a:buAutoNum type="arabicPeriod"/>
            </a:pPr>
            <a:r>
              <a:t>Server returns tool list and data</a:t>
            </a:r>
          </a:p>
          <a:p>
            <a:pPr marL="514350" indent="-514350">
              <a:buFont typeface="+mj-lt"/>
              <a:buAutoNum type="arabicPeriod"/>
            </a:pPr>
            <a:r>
              <a:t>Client sends results to LLM</a:t>
            </a:r>
          </a:p>
          <a:p>
            <a:pPr marL="514350" indent="-514350">
              <a:buFont typeface="+mj-lt"/>
              <a:buAutoNum type="arabicPeriod"/>
            </a:pPr>
            <a:r>
              <a:t>LLM generates informed response</a:t>
            </a:r>
          </a:p>
          <a:p>
            <a:pPr marL="514350" indent="-514350">
              <a:buFont typeface="+mj-lt"/>
              <a:buAutoNum type="arabicPeriod"/>
            </a:pPr>
            <a:r>
              <a:t>User receives contextual answer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Before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914396" y="1690688"/>
            <a:ext cx="6463363" cy="4298632"/>
          </a:xfrm>
        </p:spPr>
        <p:txBody>
          <a:bodyPr>
            <a:normAutofit/>
          </a:bodyPr>
          <a:lstStyle/>
          <a:p>
            <a:r>
              <a:t>AI models isolated from real data</a:t>
            </a:r>
          </a:p>
          <a:p>
            <a:r>
              <a:t>Each integration requires custom code</a:t>
            </a:r>
          </a:p>
          <a:p>
            <a:r>
              <a:t>M × N problem: M apps × N data sources</a:t>
            </a:r>
          </a:p>
          <a:p>
            <a:r>
              <a:t>Hard to maintain and scale</a:t>
            </a:r>
          </a:p>
          <a:p>
            <a:r>
              <a:t>Time-consuming development</a:t>
            </a:r>
          </a:p>
          <a:p>
            <a:r>
              <a:t>Fragmented and brittle connections</a:t>
            </a:r>
          </a:p>
        </p:txBody>
      </p:sp>
      <p:pic>
        <p:nvPicPr>
          <p:cNvPr id="6146" name="Picture 2" descr="What Is the Model Context Protocol (MCP) and How It Works">
            <a:extLst>
              <a:ext uri="{FF2B5EF4-FFF2-40B4-BE49-F238E27FC236}">
                <a16:creationId xmlns:a16="http://schemas.microsoft.com/office/drawing/2014/main" id="{C796B08B-ADB4-FD26-494C-4B93568C42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4" t="11066" r="61130" b="8934"/>
          <a:stretch>
            <a:fillRect/>
          </a:stretch>
        </p:blipFill>
        <p:spPr bwMode="auto">
          <a:xfrm>
            <a:off x="7661224" y="636348"/>
            <a:ext cx="4052237" cy="5856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After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535779" cy="4351338"/>
          </a:xfrm>
        </p:spPr>
        <p:txBody>
          <a:bodyPr/>
          <a:lstStyle/>
          <a:p>
            <a:r>
              <a:t>One standard protocol for all integrations</a:t>
            </a:r>
          </a:p>
          <a:p>
            <a:r>
              <a:t>M + N problem: Each implements protocol once</a:t>
            </a:r>
          </a:p>
          <a:p>
            <a:r>
              <a:t>Plug-and-play connectivity</a:t>
            </a:r>
          </a:p>
          <a:p>
            <a:r>
              <a:t>Reduced development time by 70%+</a:t>
            </a:r>
          </a:p>
          <a:p>
            <a:r>
              <a:t>Single codebase works across all AI systems</a:t>
            </a:r>
          </a:p>
          <a:p>
            <a:r>
              <a:t>Easier to maintain and upgrade</a:t>
            </a:r>
          </a:p>
          <a:p>
            <a:r>
              <a:t>Open source and community-driven</a:t>
            </a:r>
          </a:p>
        </p:txBody>
      </p:sp>
      <p:pic>
        <p:nvPicPr>
          <p:cNvPr id="4" name="Picture 2" descr="What Is the Model Context Protocol (MCP) and How It Works">
            <a:extLst>
              <a:ext uri="{FF2B5EF4-FFF2-40B4-BE49-F238E27FC236}">
                <a16:creationId xmlns:a16="http://schemas.microsoft.com/office/drawing/2014/main" id="{9E22E082-91D9-D182-3285-2BEEE6A43E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63" t="11066" r="9567" b="8934"/>
          <a:stretch>
            <a:fillRect/>
          </a:stretch>
        </p:blipFill>
        <p:spPr bwMode="auto">
          <a:xfrm>
            <a:off x="8210350" y="1172285"/>
            <a:ext cx="3731394" cy="5155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Key MCP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00892"/>
            <a:ext cx="4317357" cy="4188428"/>
          </a:xfrm>
        </p:spPr>
        <p:txBody>
          <a:bodyPr>
            <a:normAutofit lnSpcReduction="10000"/>
          </a:bodyPr>
          <a:lstStyle/>
          <a:p>
            <a:r>
              <a:rPr b="1"/>
              <a:t>Resources</a:t>
            </a:r>
            <a:r>
              <a:t> - Read-only data access</a:t>
            </a:r>
            <a:r>
              <a:rPr lang="en-IE"/>
              <a:t>. </a:t>
            </a:r>
            <a:r>
              <a:t>Files, database records, API responses</a:t>
            </a:r>
          </a:p>
          <a:p>
            <a:r>
              <a:rPr b="1"/>
              <a:t>Tools</a:t>
            </a:r>
            <a:r>
              <a:t> - Actions AI can perform</a:t>
            </a:r>
            <a:r>
              <a:rPr lang="en-IE"/>
              <a:t>. </a:t>
            </a:r>
            <a:r>
              <a:t>Execute code, send emails, run queries</a:t>
            </a:r>
          </a:p>
          <a:p>
            <a:r>
              <a:rPr b="1"/>
              <a:t>Prompts</a:t>
            </a:r>
            <a:r>
              <a:t> - Reusable templates</a:t>
            </a:r>
            <a:r>
              <a:rPr lang="en-IE"/>
              <a:t>. </a:t>
            </a:r>
            <a:r>
              <a:t>Pre-built workflows and instructions</a:t>
            </a:r>
          </a:p>
        </p:txBody>
      </p:sp>
      <p:pic>
        <p:nvPicPr>
          <p:cNvPr id="4" name="Picture 3" descr="mcp_three_components.png"/>
          <p:cNvPicPr>
            <a:picLocks noChangeAspect="1"/>
          </p:cNvPicPr>
          <p:nvPr/>
        </p:nvPicPr>
        <p:blipFill>
          <a:blip r:embed="rId2"/>
          <a:srcRect l="4378" t="2614" r="4584" b="1917"/>
          <a:stretch>
            <a:fillRect/>
          </a:stretch>
        </p:blipFill>
        <p:spPr>
          <a:xfrm>
            <a:off x="5155556" y="1180974"/>
            <a:ext cx="6906768" cy="4808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59DBC5-EF83-D5FB-41B0-5AD57182FF63}"/>
              </a:ext>
            </a:extLst>
          </p:cNvPr>
          <p:cNvSpPr txBox="1"/>
          <p:nvPr/>
        </p:nvSpPr>
        <p:spPr>
          <a:xfrm>
            <a:off x="3364345" y="5989320"/>
            <a:ext cx="546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Resources</a:t>
            </a:r>
            <a:r>
              <a:rPr lang="en-US"/>
              <a:t>, </a:t>
            </a:r>
            <a:r>
              <a:rPr lang="en-US" b="1"/>
              <a:t>Tools</a:t>
            </a:r>
            <a:r>
              <a:rPr lang="en-US"/>
              <a:t>, and </a:t>
            </a:r>
            <a:r>
              <a:rPr lang="en-US" b="1"/>
              <a:t>Prompts</a:t>
            </a:r>
            <a:r>
              <a:rPr lang="en-US"/>
              <a:t> are </a:t>
            </a:r>
            <a:r>
              <a:rPr lang="en-US" b="1"/>
              <a:t>capability types</a:t>
            </a:r>
            <a:r>
              <a:rPr lang="en-US"/>
              <a:t> that an </a:t>
            </a:r>
            <a:r>
              <a:rPr lang="en-US" b="1"/>
              <a:t>MCP server exposes</a:t>
            </a:r>
            <a:r>
              <a:rPr lang="en-US"/>
              <a:t> to an </a:t>
            </a:r>
            <a:r>
              <a:rPr lang="en-US" b="1"/>
              <a:t>MCP client</a:t>
            </a:r>
            <a:endParaRPr lang="en-I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3C705-1DC6-B898-3B0A-06CE5B86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Resources (Read-only Data Access)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6866E-D30E-77AB-7107-58A7CD2E3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solidFill>
                  <a:srgbClr val="0D0D0D"/>
                </a:solidFill>
                <a:latin typeface="ui-sans-serif"/>
              </a:rPr>
              <a:t>Think of </a:t>
            </a:r>
            <a:r>
              <a:rPr lang="en-US" b="1">
                <a:solidFill>
                  <a:srgbClr val="0D0D0D"/>
                </a:solidFill>
                <a:latin typeface="ui-sans-serif"/>
              </a:rPr>
              <a:t>resources</a:t>
            </a:r>
            <a:r>
              <a:rPr lang="en-US">
                <a:solidFill>
                  <a:srgbClr val="0D0D0D"/>
                </a:solidFill>
                <a:latin typeface="ui-sans-serif"/>
              </a:rPr>
              <a:t> as </a:t>
            </a:r>
            <a:r>
              <a:rPr lang="en-US" i="1">
                <a:solidFill>
                  <a:srgbClr val="0D0D0D"/>
                </a:solidFill>
                <a:latin typeface="ui-sans-serif"/>
              </a:rPr>
              <a:t>things you can look at but not change</a:t>
            </a:r>
            <a:r>
              <a:rPr lang="en-US">
                <a:solidFill>
                  <a:srgbClr val="0D0D0D"/>
                </a:solidFill>
                <a:latin typeface="ui-sans-serif"/>
              </a:rPr>
              <a:t>.</a:t>
            </a:r>
            <a:br>
              <a:rPr lang="en-US">
                <a:solidFill>
                  <a:srgbClr val="0D0D0D"/>
                </a:solidFill>
                <a:latin typeface="ui-sans-serif"/>
              </a:rPr>
            </a:br>
            <a:r>
              <a:rPr lang="en-US">
                <a:solidFill>
                  <a:srgbClr val="0D0D0D"/>
                </a:solidFill>
                <a:latin typeface="ui-sans-serif"/>
              </a:rPr>
              <a:t>They’re pieces of information your AI (or MCP client) can read — like:</a:t>
            </a:r>
          </a:p>
          <a:p>
            <a:r>
              <a:rPr lang="en-US">
                <a:solidFill>
                  <a:srgbClr val="0D0D0D"/>
                </a:solidFill>
                <a:latin typeface="ui-sans-serif"/>
              </a:rPr>
              <a:t>A document file</a:t>
            </a:r>
          </a:p>
          <a:p>
            <a:r>
              <a:rPr lang="en-US">
                <a:solidFill>
                  <a:srgbClr val="0D0D0D"/>
                </a:solidFill>
                <a:latin typeface="ui-sans-serif"/>
              </a:rPr>
              <a:t>A database record</a:t>
            </a:r>
          </a:p>
          <a:p>
            <a:r>
              <a:rPr lang="en-US">
                <a:solidFill>
                  <a:srgbClr val="0D0D0D"/>
                </a:solidFill>
                <a:latin typeface="ui-sans-serif"/>
              </a:rPr>
              <a:t>A JSON API response</a:t>
            </a:r>
          </a:p>
          <a:p>
            <a:pPr>
              <a:buNone/>
            </a:pPr>
            <a:r>
              <a:rPr lang="en-US">
                <a:solidFill>
                  <a:srgbClr val="0D0D0D"/>
                </a:solidFill>
                <a:latin typeface="ui-sans-serif"/>
              </a:rPr>
              <a:t>👉 The AI can </a:t>
            </a:r>
            <a:r>
              <a:rPr lang="en-US" i="1">
                <a:solidFill>
                  <a:srgbClr val="0D0D0D"/>
                </a:solidFill>
                <a:latin typeface="ui-sans-serif"/>
              </a:rPr>
              <a:t>fetch or read</a:t>
            </a:r>
            <a:r>
              <a:rPr lang="en-US">
                <a:solidFill>
                  <a:srgbClr val="0D0D0D"/>
                </a:solidFill>
                <a:latin typeface="ui-sans-serif"/>
              </a:rPr>
              <a:t> this data through the MCP server, but it can’t modify it.</a:t>
            </a:r>
          </a:p>
          <a:p>
            <a:pPr>
              <a:buNone/>
            </a:pPr>
            <a:r>
              <a:rPr lang="en-US" b="1">
                <a:solidFill>
                  <a:srgbClr val="0D0D0D"/>
                </a:solidFill>
                <a:latin typeface="ui-sans-serif"/>
              </a:rPr>
              <a:t>Example:</a:t>
            </a:r>
            <a:endParaRPr lang="en-US">
              <a:solidFill>
                <a:srgbClr val="0D0D0D"/>
              </a:solidFill>
              <a:latin typeface="ui-sans-serif"/>
            </a:endParaRPr>
          </a:p>
          <a:p>
            <a:pPr>
              <a:buNone/>
            </a:pPr>
            <a:r>
              <a:rPr lang="en-US"/>
              <a:t>Reading a CSV file or fetching today’s weather data from an API.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72228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BC82D-51CC-DE5A-0FDC-EBD4B130F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Tools</a:t>
            </a:r>
            <a:r>
              <a:rPr lang="en-US"/>
              <a:t> → “Actions AI can perform”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4990E-611F-82A3-89F7-AD2B70504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>
                <a:solidFill>
                  <a:srgbClr val="0D0D0D"/>
                </a:solidFill>
                <a:latin typeface="ui-sans-serif"/>
              </a:rPr>
              <a:t>Tools</a:t>
            </a:r>
            <a:r>
              <a:rPr lang="en-US">
                <a:solidFill>
                  <a:srgbClr val="0D0D0D"/>
                </a:solidFill>
                <a:latin typeface="ui-sans-serif"/>
              </a:rPr>
              <a:t> are </a:t>
            </a:r>
            <a:r>
              <a:rPr lang="en-US" i="1">
                <a:solidFill>
                  <a:srgbClr val="0D0D0D"/>
                </a:solidFill>
                <a:latin typeface="ui-sans-serif"/>
              </a:rPr>
              <a:t>actions</a:t>
            </a:r>
            <a:r>
              <a:rPr lang="en-US">
                <a:solidFill>
                  <a:srgbClr val="0D0D0D"/>
                </a:solidFill>
                <a:latin typeface="ui-sans-serif"/>
              </a:rPr>
              <a:t> that the AI can take — they actually </a:t>
            </a:r>
            <a:r>
              <a:rPr lang="en-US" i="1">
                <a:solidFill>
                  <a:srgbClr val="0D0D0D"/>
                </a:solidFill>
                <a:latin typeface="ui-sans-serif"/>
              </a:rPr>
              <a:t>do things</a:t>
            </a:r>
            <a:r>
              <a:rPr lang="en-US">
                <a:solidFill>
                  <a:srgbClr val="0D0D0D"/>
                </a:solidFill>
                <a:latin typeface="ui-sans-serif"/>
              </a:rPr>
              <a:t>.</a:t>
            </a:r>
            <a:br>
              <a:rPr lang="en-US">
                <a:solidFill>
                  <a:srgbClr val="0D0D0D"/>
                </a:solidFill>
                <a:latin typeface="ui-sans-serif"/>
              </a:rPr>
            </a:br>
            <a:r>
              <a:rPr lang="en-US">
                <a:solidFill>
                  <a:srgbClr val="0D0D0D"/>
                </a:solidFill>
                <a:latin typeface="ui-sans-serif"/>
              </a:rPr>
              <a:t>Each tool is like a function or command the MCP client can call.</a:t>
            </a:r>
          </a:p>
          <a:p>
            <a:pPr>
              <a:buNone/>
            </a:pPr>
            <a:r>
              <a:rPr lang="en-US">
                <a:solidFill>
                  <a:srgbClr val="0D0D0D"/>
                </a:solidFill>
                <a:latin typeface="ui-sans-serif"/>
              </a:rPr>
              <a:t>They can:</a:t>
            </a:r>
          </a:p>
          <a:p>
            <a:r>
              <a:rPr lang="en-US">
                <a:solidFill>
                  <a:srgbClr val="0D0D0D"/>
                </a:solidFill>
                <a:latin typeface="ui-sans-serif"/>
              </a:rPr>
              <a:t>Execute code</a:t>
            </a:r>
          </a:p>
          <a:p>
            <a:r>
              <a:rPr lang="en-US">
                <a:solidFill>
                  <a:srgbClr val="0D0D0D"/>
                </a:solidFill>
                <a:latin typeface="ui-sans-serif"/>
              </a:rPr>
              <a:t>Send an email</a:t>
            </a:r>
          </a:p>
          <a:p>
            <a:r>
              <a:rPr lang="en-US">
                <a:solidFill>
                  <a:srgbClr val="0D0D0D"/>
                </a:solidFill>
                <a:latin typeface="ui-sans-serif"/>
              </a:rPr>
              <a:t>Run a database query</a:t>
            </a:r>
          </a:p>
          <a:p>
            <a:r>
              <a:rPr lang="en-US">
                <a:solidFill>
                  <a:srgbClr val="0D0D0D"/>
                </a:solidFill>
                <a:latin typeface="ui-sans-serif"/>
              </a:rPr>
              <a:t>Start a workflow or script</a:t>
            </a:r>
          </a:p>
          <a:p>
            <a:pPr>
              <a:buNone/>
            </a:pPr>
            <a:r>
              <a:rPr lang="en-US">
                <a:solidFill>
                  <a:srgbClr val="0D0D0D"/>
                </a:solidFill>
                <a:latin typeface="ui-sans-serif"/>
              </a:rPr>
              <a:t>👉 Tools are </a:t>
            </a:r>
            <a:r>
              <a:rPr lang="en-US" b="1">
                <a:solidFill>
                  <a:srgbClr val="0D0D0D"/>
                </a:solidFill>
                <a:latin typeface="ui-sans-serif"/>
              </a:rPr>
              <a:t>active</a:t>
            </a:r>
            <a:r>
              <a:rPr lang="en-US">
                <a:solidFill>
                  <a:srgbClr val="0D0D0D"/>
                </a:solidFill>
                <a:latin typeface="ui-sans-serif"/>
              </a:rPr>
              <a:t>, meaning they let the AI </a:t>
            </a:r>
            <a:r>
              <a:rPr lang="en-US" i="1">
                <a:solidFill>
                  <a:srgbClr val="0D0D0D"/>
                </a:solidFill>
                <a:latin typeface="ui-sans-serif"/>
              </a:rPr>
              <a:t>change</a:t>
            </a:r>
            <a:r>
              <a:rPr lang="en-US">
                <a:solidFill>
                  <a:srgbClr val="0D0D0D"/>
                </a:solidFill>
                <a:latin typeface="ui-sans-serif"/>
              </a:rPr>
              <a:t> or </a:t>
            </a:r>
            <a:r>
              <a:rPr lang="en-US" i="1">
                <a:solidFill>
                  <a:srgbClr val="0D0D0D"/>
                </a:solidFill>
                <a:latin typeface="ui-sans-serif"/>
              </a:rPr>
              <a:t>create</a:t>
            </a:r>
            <a:r>
              <a:rPr lang="en-US">
                <a:solidFill>
                  <a:srgbClr val="0D0D0D"/>
                </a:solidFill>
                <a:latin typeface="ui-sans-serif"/>
              </a:rPr>
              <a:t> things in the world.</a:t>
            </a:r>
          </a:p>
          <a:p>
            <a:pPr>
              <a:buNone/>
            </a:pPr>
            <a:r>
              <a:rPr lang="en-US" b="1">
                <a:solidFill>
                  <a:srgbClr val="0D0D0D"/>
                </a:solidFill>
                <a:latin typeface="ui-sans-serif"/>
              </a:rPr>
              <a:t>Example:</a:t>
            </a:r>
            <a:endParaRPr lang="en-US">
              <a:solidFill>
                <a:srgbClr val="0D0D0D"/>
              </a:solidFill>
              <a:latin typeface="ui-sans-serif"/>
            </a:endParaRPr>
          </a:p>
          <a:p>
            <a:pPr>
              <a:buNone/>
            </a:pPr>
            <a:r>
              <a:rPr lang="en-US"/>
              <a:t>A tool called </a:t>
            </a:r>
            <a:r>
              <a:rPr lang="en-US" err="1"/>
              <a:t>send_email</a:t>
            </a:r>
            <a:r>
              <a:rPr lang="en-US"/>
              <a:t> that takes to, subject, and body parameters.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2519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1235-0A28-B88A-3D90-925A32815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>
                <a:solidFill>
                  <a:srgbClr val="0D0D0D"/>
                </a:solidFill>
                <a:latin typeface="ui-sans-serif"/>
              </a:rPr>
              <a:t>Prompts → “Reusable templates”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33D8D-3C7F-E0B4-49A3-DA8E89278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>
                <a:solidFill>
                  <a:srgbClr val="0D0D0D"/>
                </a:solidFill>
                <a:latin typeface="ui-sans-serif"/>
              </a:rPr>
              <a:t>Prompts</a:t>
            </a:r>
            <a:r>
              <a:rPr lang="en-US">
                <a:solidFill>
                  <a:srgbClr val="0D0D0D"/>
                </a:solidFill>
                <a:latin typeface="ui-sans-serif"/>
              </a:rPr>
              <a:t> are </a:t>
            </a:r>
            <a:r>
              <a:rPr lang="en-US" i="1">
                <a:solidFill>
                  <a:srgbClr val="0D0D0D"/>
                </a:solidFill>
                <a:latin typeface="ui-sans-serif"/>
              </a:rPr>
              <a:t>predefined instruction sets</a:t>
            </a:r>
            <a:r>
              <a:rPr lang="en-US">
                <a:solidFill>
                  <a:srgbClr val="0D0D0D"/>
                </a:solidFill>
                <a:latin typeface="ui-sans-serif"/>
              </a:rPr>
              <a:t> that can be sent to or requested from a model. They are templates that can be reused — sort of like macros or mini workflows.</a:t>
            </a:r>
          </a:p>
          <a:p>
            <a:pPr>
              <a:buNone/>
            </a:pPr>
            <a:r>
              <a:rPr lang="en-US">
                <a:solidFill>
                  <a:srgbClr val="0D0D0D"/>
                </a:solidFill>
                <a:latin typeface="ui-sans-serif"/>
              </a:rPr>
              <a:t>They often include:</a:t>
            </a:r>
          </a:p>
          <a:p>
            <a:pPr lvl="1"/>
            <a:r>
              <a:rPr lang="en-US">
                <a:solidFill>
                  <a:srgbClr val="0D0D0D"/>
                </a:solidFill>
                <a:latin typeface="ui-sans-serif"/>
              </a:rPr>
              <a:t>Structured instructions for how to respond</a:t>
            </a:r>
          </a:p>
          <a:p>
            <a:pPr lvl="1"/>
            <a:r>
              <a:rPr lang="en-US">
                <a:solidFill>
                  <a:srgbClr val="0D0D0D"/>
                </a:solidFill>
                <a:latin typeface="ui-sans-serif"/>
              </a:rPr>
              <a:t>Context about what to do</a:t>
            </a:r>
          </a:p>
          <a:p>
            <a:pPr lvl="1"/>
            <a:r>
              <a:rPr lang="en-US">
                <a:solidFill>
                  <a:srgbClr val="0D0D0D"/>
                </a:solidFill>
                <a:latin typeface="ui-sans-serif"/>
              </a:rPr>
              <a:t>Optional variables you can fill in</a:t>
            </a:r>
          </a:p>
          <a:p>
            <a:pPr>
              <a:buNone/>
            </a:pPr>
            <a:r>
              <a:rPr lang="en-US">
                <a:solidFill>
                  <a:srgbClr val="0D0D0D"/>
                </a:solidFill>
                <a:latin typeface="ui-sans-serif"/>
              </a:rPr>
              <a:t>👉 Prompts make it easy to repeat common reasoning or formatting tasks.</a:t>
            </a:r>
          </a:p>
          <a:p>
            <a:pPr>
              <a:buNone/>
            </a:pPr>
            <a:r>
              <a:rPr lang="en-US" b="1">
                <a:solidFill>
                  <a:srgbClr val="0D0D0D"/>
                </a:solidFill>
                <a:latin typeface="ui-sans-serif"/>
              </a:rPr>
              <a:t>Example:</a:t>
            </a:r>
            <a:endParaRPr lang="en-US">
              <a:solidFill>
                <a:srgbClr val="0D0D0D"/>
              </a:solidFill>
              <a:latin typeface="ui-sans-serif"/>
            </a:endParaRPr>
          </a:p>
          <a:p>
            <a:pPr>
              <a:buNone/>
            </a:pPr>
            <a:r>
              <a:rPr lang="en-US"/>
              <a:t>A “</a:t>
            </a:r>
            <a:r>
              <a:rPr lang="en-US" err="1"/>
              <a:t>summarize_document</a:t>
            </a:r>
            <a:r>
              <a:rPr lang="en-US"/>
              <a:t>” prompt template that says:</a:t>
            </a:r>
            <a:br>
              <a:rPr lang="en-US"/>
            </a:br>
            <a:r>
              <a:rPr lang="en-US"/>
              <a:t>“Summarize the following text in under 100 words focusing on key facts.”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3433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FE5C-0ED8-FA2A-FBF1-E2CFF3D4A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MCP Capability Types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970345-2E4C-247A-10D1-B8A230EA49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207962"/>
              </p:ext>
            </p:extLst>
          </p:nvPr>
        </p:nvGraphicFramePr>
        <p:xfrm>
          <a:off x="235527" y="2719963"/>
          <a:ext cx="11720946" cy="2272144"/>
        </p:xfrm>
        <a:graphic>
          <a:graphicData uri="http://schemas.openxmlformats.org/drawingml/2006/table">
            <a:tbl>
              <a:tblPr/>
              <a:tblGrid>
                <a:gridCol w="3906982">
                  <a:extLst>
                    <a:ext uri="{9D8B030D-6E8A-4147-A177-3AD203B41FA5}">
                      <a16:colId xmlns:a16="http://schemas.microsoft.com/office/drawing/2014/main" val="3069289007"/>
                    </a:ext>
                  </a:extLst>
                </a:gridCol>
                <a:gridCol w="3906982">
                  <a:extLst>
                    <a:ext uri="{9D8B030D-6E8A-4147-A177-3AD203B41FA5}">
                      <a16:colId xmlns:a16="http://schemas.microsoft.com/office/drawing/2014/main" val="4181788514"/>
                    </a:ext>
                  </a:extLst>
                </a:gridCol>
                <a:gridCol w="3906982">
                  <a:extLst>
                    <a:ext uri="{9D8B030D-6E8A-4147-A177-3AD203B41FA5}">
                      <a16:colId xmlns:a16="http://schemas.microsoft.com/office/drawing/2014/main" val="2723613539"/>
                    </a:ext>
                  </a:extLst>
                </a:gridCol>
              </a:tblGrid>
              <a:tr h="56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MCP 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What it Does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Analogy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988582"/>
                  </a:ext>
                </a:extLst>
              </a:tr>
              <a:tr h="56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b="1"/>
                        <a:t>Resources</a:t>
                      </a:r>
                      <a:endParaRPr lang="en-I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Read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A bookshelf 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319424"/>
                  </a:ext>
                </a:extLst>
              </a:tr>
              <a:tr h="56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b="1"/>
                        <a:t>Tools</a:t>
                      </a:r>
                      <a:endParaRPr lang="en-I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Take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A toolbox 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327729"/>
                  </a:ext>
                </a:extLst>
              </a:tr>
              <a:tr h="56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b="1"/>
                        <a:t>Prompts</a:t>
                      </a:r>
                      <a:endParaRPr lang="en-I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Provide reusable instructions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A recipe book 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976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A4BD0CF-9E15-D43E-3C87-4DFE44E9FDFF}"/>
              </a:ext>
            </a:extLst>
          </p:cNvPr>
          <p:cNvSpPr txBox="1"/>
          <p:nvPr/>
        </p:nvSpPr>
        <p:spPr>
          <a:xfrm>
            <a:off x="748146" y="5569527"/>
            <a:ext cx="10605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These capabilities represent </a:t>
            </a:r>
            <a:r>
              <a:rPr lang="en-US" i="1"/>
              <a:t>what kinds of things</a:t>
            </a:r>
            <a:r>
              <a:rPr lang="en-US"/>
              <a:t> the MCP client can ask the MCP server to do or access.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227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6E78-7F9C-9EB3-26F5-F5C9F9026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MCP </a:t>
            </a:r>
            <a:r>
              <a:rPr lang="en-US" b="1"/>
              <a:t>Request Types</a:t>
            </a:r>
            <a:r>
              <a:rPr lang="en-US"/>
              <a:t> (JSON-RPC Methods)</a:t>
            </a:r>
            <a:endParaRPr lang="en-IE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51F46E-4F08-B566-9C9F-E03EFA358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1310116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256617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614659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844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initialize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Establish the connection and handshake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383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resources.list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Discover available 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045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err="1"/>
                        <a:t>resources.read</a:t>
                      </a:r>
                      <a:endParaRPr lang="en-I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Read the content of a resource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044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err="1"/>
                        <a:t>tools.list</a:t>
                      </a:r>
                      <a:endParaRPr lang="en-I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Discover what tools are available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685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err="1"/>
                        <a:t>tools.call</a:t>
                      </a:r>
                      <a:endParaRPr lang="en-I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Execute a 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3213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err="1"/>
                        <a:t>prompts.list</a:t>
                      </a:r>
                      <a:endParaRPr lang="en-I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List available prompts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038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err="1"/>
                        <a:t>prompts.execute</a:t>
                      </a:r>
                      <a:endParaRPr lang="en-I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Run a prompt template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701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notifications (optional)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Send one-way updates like logs or progress 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677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963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Foundation: JSON-RPC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MCP uses JSON-RPC 2.0 as message format</a:t>
            </a:r>
          </a:p>
          <a:p>
            <a:r>
              <a:t>Lightweight, language-agnostic protocol</a:t>
            </a:r>
          </a:p>
          <a:p>
            <a:r>
              <a:t>Three message types:</a:t>
            </a:r>
          </a:p>
          <a:p>
            <a:r>
              <a:t>Request - Method call with parameters</a:t>
            </a:r>
          </a:p>
          <a:p>
            <a:r>
              <a:t>Response - Result or error from server</a:t>
            </a:r>
          </a:p>
          <a:p>
            <a:r>
              <a:t>Notification - One-way message without response</a:t>
            </a:r>
          </a:p>
          <a:p>
            <a:r>
              <a:t>All messages include: </a:t>
            </a:r>
            <a:r>
              <a:rPr err="1"/>
              <a:t>jsonrpc</a:t>
            </a:r>
            <a:r>
              <a:t>=2.0, method, id, params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JSON-RPC </a:t>
            </a:r>
            <a:r>
              <a:rPr lang="en-IE"/>
              <a:t>2.0 </a:t>
            </a:r>
            <a:r>
              <a:t>Message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1577"/>
            <a:ext cx="10515600" cy="4351338"/>
          </a:xfrm>
        </p:spPr>
        <p:txBody>
          <a:bodyPr>
            <a:normAutofit/>
          </a:bodyPr>
          <a:lstStyle/>
          <a:p>
            <a:r>
              <a:rPr lang="en-US" sz="1400"/>
              <a:t>Here is an example showing how a MCP </a:t>
            </a:r>
            <a:r>
              <a:rPr lang="en-US" sz="1400" b="1"/>
              <a:t>client calls a tool</a:t>
            </a:r>
            <a:r>
              <a:rPr lang="en-US" sz="1400"/>
              <a:t> using </a:t>
            </a:r>
            <a:r>
              <a:rPr lang="en-US" sz="1400" b="1"/>
              <a:t>JSON-RPC 2.0.</a:t>
            </a:r>
          </a:p>
          <a:p>
            <a:r>
              <a:rPr lang="en-US" sz="1400"/>
              <a:t>The JSON-RPC 2.0 </a:t>
            </a:r>
            <a:r>
              <a:rPr lang="en-US" sz="1400" b="1"/>
              <a:t>response </a:t>
            </a:r>
            <a:r>
              <a:rPr lang="en-US" sz="1400"/>
              <a:t>is </a:t>
            </a:r>
            <a:r>
              <a:rPr lang="en-US" sz="1400" b="1"/>
              <a:t>returned by the MCP server to the MCP client</a:t>
            </a:r>
            <a:r>
              <a:rPr lang="en-US" sz="1400"/>
              <a:t>.</a:t>
            </a:r>
            <a:endParaRPr sz="1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CC7081-78DA-6555-2E77-B284672A1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62"/>
            <a:ext cx="6203744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2C48A9-282C-6A98-C999-D32016A1D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827" y="2506662"/>
            <a:ext cx="6041173" cy="391704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34664-5A40-DD62-9373-641524D41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75213" cy="1325563"/>
          </a:xfrm>
        </p:spPr>
        <p:txBody>
          <a:bodyPr/>
          <a:lstStyle/>
          <a:p>
            <a:r>
              <a:rPr lang="en-IE" b="1"/>
              <a:t>MCP Client-Server Communication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39E4E-82AE-87E2-A39C-76813049A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5582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ts val="2400"/>
              </a:lnSpc>
            </a:pPr>
            <a:r>
              <a:rPr lang="en-US" b="1">
                <a:solidFill>
                  <a:srgbClr val="242424"/>
                </a:solidFill>
                <a:latin typeface="source-serif-pro"/>
              </a:rPr>
              <a:t>LLM</a:t>
            </a:r>
            <a:r>
              <a:rPr lang="en-US">
                <a:solidFill>
                  <a:srgbClr val="242424"/>
                </a:solidFill>
                <a:latin typeface="source-serif-pro"/>
              </a:rPr>
              <a:t>: The language model that processes natural language and generates responses</a:t>
            </a:r>
          </a:p>
          <a:p>
            <a:pPr>
              <a:lnSpc>
                <a:spcPts val="2400"/>
              </a:lnSpc>
            </a:pPr>
            <a:r>
              <a:rPr lang="en-US" b="1">
                <a:solidFill>
                  <a:srgbClr val="242424"/>
                </a:solidFill>
                <a:latin typeface="source-serif-pro"/>
              </a:rPr>
              <a:t>Agent/MCP Host</a:t>
            </a:r>
            <a:r>
              <a:rPr lang="en-US">
                <a:solidFill>
                  <a:srgbClr val="242424"/>
                </a:solidFill>
                <a:latin typeface="source-serif-pro"/>
              </a:rPr>
              <a:t>: The application layer that orchestrates LLM interactions and manages MCP connections</a:t>
            </a:r>
          </a:p>
          <a:p>
            <a:pPr>
              <a:lnSpc>
                <a:spcPts val="2400"/>
              </a:lnSpc>
            </a:pPr>
            <a:r>
              <a:rPr lang="en-US" b="1">
                <a:solidFill>
                  <a:srgbClr val="242424"/>
                </a:solidFill>
                <a:latin typeface="source-serif-pro"/>
              </a:rPr>
              <a:t>MCP Client</a:t>
            </a:r>
            <a:r>
              <a:rPr lang="en-US">
                <a:solidFill>
                  <a:srgbClr val="242424"/>
                </a:solidFill>
                <a:latin typeface="source-serif-pro"/>
              </a:rPr>
              <a:t>: The component within the agent that communicates with MCP servers. Usually, it runs on MCP Host.</a:t>
            </a:r>
          </a:p>
          <a:p>
            <a:pPr>
              <a:lnSpc>
                <a:spcPts val="2400"/>
              </a:lnSpc>
            </a:pPr>
            <a:r>
              <a:rPr lang="en-US" b="1">
                <a:solidFill>
                  <a:srgbClr val="242424"/>
                </a:solidFill>
                <a:latin typeface="source-serif-pro"/>
              </a:rPr>
              <a:t>MCP Server</a:t>
            </a:r>
            <a:r>
              <a:rPr lang="en-US">
                <a:solidFill>
                  <a:srgbClr val="242424"/>
                </a:solidFill>
                <a:latin typeface="source-serif-pro"/>
              </a:rPr>
              <a:t>: External services that provide tools, resources, and capabilities. These services are running outside of the Agent process. They can be on local or remote host</a:t>
            </a:r>
          </a:p>
          <a:p>
            <a:endParaRPr lang="en-IE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553F0C4-1009-DAAB-7722-84FE5A026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413" y="0"/>
            <a:ext cx="64785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71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77E4-DA5A-6F8D-FDCC-90610CAFD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8F8EB-30A9-0D3E-9680-A503C26B9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>
                <a:hlinkClick r:id="rId2"/>
              </a:rPr>
              <a:t>Interactive MCP Demo - Model Context Protocol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99773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Transport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err="1"/>
              <a:t>stdio</a:t>
            </a:r>
            <a:r>
              <a:t> (Standard Input/Output)</a:t>
            </a:r>
          </a:p>
          <a:p>
            <a:pPr lvl="1"/>
            <a:r>
              <a:t>For local communication on same machine</a:t>
            </a:r>
          </a:p>
          <a:p>
            <a:pPr lvl="1"/>
            <a:r>
              <a:t>Server runs as subprocess</a:t>
            </a:r>
          </a:p>
          <a:p>
            <a:pPr lvl="1"/>
            <a:r>
              <a:t>Uses stdin/</a:t>
            </a:r>
            <a:r>
              <a:rPr err="1"/>
              <a:t>stdout</a:t>
            </a:r>
            <a:r>
              <a:t> for messages</a:t>
            </a:r>
          </a:p>
          <a:p>
            <a:pPr lvl="1"/>
            <a:r>
              <a:t>Simple, no network configuration needed</a:t>
            </a:r>
          </a:p>
          <a:p>
            <a:pPr marL="0" indent="0">
              <a:buNone/>
            </a:pPr>
            <a:r>
              <a:t>HTTP with Server-Sent Events (SSE)</a:t>
            </a:r>
          </a:p>
          <a:p>
            <a:pPr lvl="1"/>
            <a:r>
              <a:t>For remote communication over network</a:t>
            </a:r>
          </a:p>
          <a:p>
            <a:pPr lvl="1"/>
            <a:r>
              <a:t>Client sends POST requests to server</a:t>
            </a:r>
          </a:p>
          <a:p>
            <a:pPr lvl="1"/>
            <a:r>
              <a:t>Server pushes updates via SSE</a:t>
            </a:r>
            <a:endParaRPr lang="en-IE"/>
          </a:p>
          <a:p>
            <a:pPr lvl="1"/>
            <a:r>
              <a:t>Supports cloud deployments and scaling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/>
              <a:t>stdio</a:t>
            </a:r>
            <a:r>
              <a:t>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Use Case: Local tools (filesystem, local DB, scripts)</a:t>
            </a:r>
          </a:p>
          <a:p>
            <a:r>
              <a:t>How it works:</a:t>
            </a:r>
          </a:p>
          <a:p>
            <a:pPr lvl="1"/>
            <a:r>
              <a:t>Host launches server as child process</a:t>
            </a:r>
          </a:p>
          <a:p>
            <a:pPr lvl="1"/>
            <a:r>
              <a:t>Messages written to stdin (newline-delimited JSON)</a:t>
            </a:r>
          </a:p>
          <a:p>
            <a:pPr lvl="1"/>
            <a:r>
              <a:t>Responses read from </a:t>
            </a:r>
            <a:r>
              <a:rPr err="1"/>
              <a:t>stdout</a:t>
            </a:r>
            <a:endParaRPr/>
          </a:p>
          <a:p>
            <a:pPr lvl="1"/>
            <a:r>
              <a:t>Errors/logs written to stderr</a:t>
            </a:r>
          </a:p>
          <a:p>
            <a:r>
              <a:t>Advantages:</a:t>
            </a:r>
          </a:p>
          <a:p>
            <a:pPr lvl="1"/>
            <a:r>
              <a:t>Simple implementation, no network overhead</a:t>
            </a:r>
          </a:p>
          <a:p>
            <a:pPr lvl="1"/>
            <a:r>
              <a:t>Secure: OS-level process isolation</a:t>
            </a:r>
            <a:endParaRPr lang="en-IE"/>
          </a:p>
          <a:p>
            <a:pPr lvl="1"/>
            <a:r>
              <a:t>Perfect for development and local tools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HTTP+SSE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Use Case: Remote services, cloud APIs, multi-user systems</a:t>
            </a:r>
          </a:p>
          <a:p>
            <a:r>
              <a:t>How it works:</a:t>
            </a:r>
          </a:p>
          <a:p>
            <a:pPr lvl="1"/>
            <a:r>
              <a:t>Client makes HTTP POST for requests</a:t>
            </a:r>
          </a:p>
          <a:p>
            <a:pPr lvl="1"/>
            <a:r>
              <a:t>Server responds with JSON or opens SSE stream</a:t>
            </a:r>
          </a:p>
          <a:p>
            <a:pPr lvl="1"/>
            <a:r>
              <a:t>Persistent connection for real-time updates</a:t>
            </a:r>
          </a:p>
          <a:p>
            <a:r>
              <a:t>Advantages:</a:t>
            </a:r>
          </a:p>
          <a:p>
            <a:pPr lvl="1"/>
            <a:r>
              <a:t>Scalable across networks</a:t>
            </a:r>
          </a:p>
          <a:p>
            <a:pPr lvl="1"/>
            <a:r>
              <a:t>Works through firewalls and proxies</a:t>
            </a:r>
          </a:p>
          <a:p>
            <a:pPr lvl="1"/>
            <a:r>
              <a:t>Supports distributed architectures</a:t>
            </a:r>
          </a:p>
          <a:p>
            <a:pPr lvl="1"/>
            <a:r>
              <a:t>Session management with </a:t>
            </a:r>
            <a:r>
              <a:rPr err="1"/>
              <a:t>Mcp</a:t>
            </a:r>
            <a:r>
              <a:t>-Session-Id header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MCP Servers -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Filesystem Server</a:t>
            </a:r>
          </a:p>
          <a:p>
            <a:r>
              <a:t>Read/write files, create directories, search</a:t>
            </a:r>
          </a:p>
          <a:p>
            <a:r>
              <a:t>GitHub Server</a:t>
            </a:r>
          </a:p>
          <a:p>
            <a:r>
              <a:t>Repository management, file operations, PR creation</a:t>
            </a:r>
          </a:p>
          <a:p>
            <a:r>
              <a:t>Slack Server</a:t>
            </a:r>
          </a:p>
          <a:p>
            <a:r>
              <a:t>Channel management, messaging, search history</a:t>
            </a:r>
          </a:p>
          <a:p>
            <a:r>
              <a:t>Google Drive Server</a:t>
            </a:r>
          </a:p>
          <a:p>
            <a:r>
              <a:t>File access, search, sharing capabilities</a:t>
            </a:r>
          </a:p>
          <a:p>
            <a:r>
              <a:t>SQLite/PostgreSQL Server</a:t>
            </a:r>
          </a:p>
          <a:p>
            <a:r>
              <a:t>Database queries, schema inspection, data analysis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MCP Servers -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Puppeteer Server</a:t>
            </a:r>
          </a:p>
          <a:p>
            <a:r>
              <a:t>Browser automation and web scraping</a:t>
            </a:r>
          </a:p>
          <a:p>
            <a:r>
              <a:t>Git Server</a:t>
            </a:r>
          </a:p>
          <a:p>
            <a:r>
              <a:t>Repository manipulation, commit history, branching</a:t>
            </a:r>
          </a:p>
          <a:p>
            <a:r>
              <a:t>Memory Server</a:t>
            </a:r>
          </a:p>
          <a:p>
            <a:r>
              <a:t>Simple key-value store for context persistence</a:t>
            </a:r>
          </a:p>
          <a:p>
            <a:r>
              <a:t>Weather API Server</a:t>
            </a:r>
          </a:p>
          <a:p>
            <a:r>
              <a:t>Real-time weather data and forecasts</a:t>
            </a:r>
          </a:p>
          <a:p>
            <a:r>
              <a:t>Docker Server</a:t>
            </a:r>
          </a:p>
          <a:p>
            <a:r>
              <a:t>Container management, image operations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Configuration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035552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t>Configuration in Claude Desktop</a:t>
            </a:r>
            <a:r>
              <a:rPr lang="en-IE"/>
              <a:t> </a:t>
            </a:r>
            <a:r>
              <a:t>(JSON)</a:t>
            </a:r>
            <a:r>
              <a:rPr lang="en-IE"/>
              <a:t>. </a:t>
            </a:r>
          </a:p>
          <a:p>
            <a:r>
              <a:rPr lang="en-US">
                <a:solidFill>
                  <a:srgbClr val="0D0D0D"/>
                </a:solidFill>
                <a:latin typeface="ui-sans-serif"/>
              </a:rPr>
              <a:t>This config tells Claude Desktop </a:t>
            </a:r>
            <a:r>
              <a:rPr lang="en-US" b="1">
                <a:solidFill>
                  <a:srgbClr val="0D0D0D"/>
                </a:solidFill>
                <a:latin typeface="ui-sans-serif"/>
              </a:rPr>
              <a:t>which MCP servers to connect to</a:t>
            </a:r>
            <a:r>
              <a:rPr lang="en-US">
                <a:solidFill>
                  <a:srgbClr val="0D0D0D"/>
                </a:solidFill>
                <a:latin typeface="ui-sans-serif"/>
              </a:rPr>
              <a:t> and </a:t>
            </a:r>
            <a:r>
              <a:rPr lang="en-US" b="1">
                <a:solidFill>
                  <a:srgbClr val="0D0D0D"/>
                </a:solidFill>
                <a:latin typeface="ui-sans-serif"/>
              </a:rPr>
              <a:t>how</a:t>
            </a:r>
            <a:r>
              <a:rPr lang="en-US">
                <a:solidFill>
                  <a:srgbClr val="0D0D0D"/>
                </a:solidFill>
                <a:latin typeface="ui-sans-serif"/>
              </a:rPr>
              <a:t>.</a:t>
            </a:r>
          </a:p>
          <a:p>
            <a:r>
              <a:rPr lang="en-US">
                <a:solidFill>
                  <a:srgbClr val="0D0D0D"/>
                </a:solidFill>
                <a:latin typeface="ui-sans-serif"/>
              </a:rPr>
              <a:t>Each entry under </a:t>
            </a:r>
            <a:r>
              <a:rPr lang="en-US">
                <a:solidFill>
                  <a:srgbClr val="0D0D0D"/>
                </a:solidFill>
                <a:latin typeface="ui-monospace"/>
              </a:rPr>
              <a:t>"</a:t>
            </a:r>
            <a:r>
              <a:rPr lang="en-US" err="1">
                <a:solidFill>
                  <a:srgbClr val="0D0D0D"/>
                </a:solidFill>
                <a:latin typeface="ui-monospace"/>
              </a:rPr>
              <a:t>mcpServers</a:t>
            </a:r>
            <a:r>
              <a:rPr lang="en-US">
                <a:solidFill>
                  <a:srgbClr val="0D0D0D"/>
                </a:solidFill>
                <a:latin typeface="ui-monospace"/>
              </a:rPr>
              <a:t>” </a:t>
            </a:r>
            <a:r>
              <a:rPr lang="en-US">
                <a:solidFill>
                  <a:srgbClr val="0D0D0D"/>
                </a:solidFill>
                <a:latin typeface="ui-sans-serif"/>
              </a:rPr>
              <a:t>defines a </a:t>
            </a:r>
            <a:r>
              <a:rPr lang="en-US" i="1">
                <a:solidFill>
                  <a:srgbClr val="0D0D0D"/>
                </a:solidFill>
                <a:latin typeface="ui-sans-serif"/>
              </a:rPr>
              <a:t>service</a:t>
            </a:r>
            <a:r>
              <a:rPr lang="en-US">
                <a:solidFill>
                  <a:srgbClr val="0D0D0D"/>
                </a:solidFill>
                <a:latin typeface="ui-sans-serif"/>
              </a:rPr>
              <a:t> that Claude can talk to using the Model Context Protocol — a standard way for AI clients (like Claude or others) to connect to external tools, data sources, or APIs.</a:t>
            </a:r>
          </a:p>
          <a:p>
            <a:r>
              <a:rPr lang="en-US">
                <a:solidFill>
                  <a:srgbClr val="0D0D0D"/>
                </a:solidFill>
                <a:latin typeface="ui-sans-serif"/>
              </a:rPr>
              <a:t>Essentially, this config </a:t>
            </a:r>
            <a:r>
              <a:rPr lang="en-US" b="1">
                <a:solidFill>
                  <a:srgbClr val="0D0D0D"/>
                </a:solidFill>
                <a:latin typeface="ui-sans-serif"/>
              </a:rPr>
              <a:t>registers plugins or connectors</a:t>
            </a:r>
            <a:r>
              <a:rPr lang="en-US">
                <a:solidFill>
                  <a:srgbClr val="0D0D0D"/>
                </a:solidFill>
                <a:latin typeface="ui-sans-serif"/>
              </a:rPr>
              <a:t> the AI can use through MCP.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910D5-D502-BBFF-25DF-F15849AE9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330154"/>
            <a:ext cx="7052868" cy="30589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60EB69-833E-C141-CEE6-2372DDEEDAF1}"/>
              </a:ext>
            </a:extLst>
          </p:cNvPr>
          <p:cNvSpPr txBox="1"/>
          <p:nvPr/>
        </p:nvSpPr>
        <p:spPr>
          <a:xfrm>
            <a:off x="4873752" y="4389120"/>
            <a:ext cx="7247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When Claude Desktop starts up and reads that JSON, it sees: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“There’s an MCP server named </a:t>
            </a:r>
            <a:r>
              <a:rPr lang="en-US" sz="1600" i="1"/>
              <a:t>filesystem</a:t>
            </a:r>
            <a:r>
              <a:rPr lang="en-US" sz="1600"/>
              <a:t> that I can connect to by running </a:t>
            </a:r>
            <a:r>
              <a:rPr lang="en-US" sz="1600" err="1"/>
              <a:t>npx</a:t>
            </a:r>
            <a:r>
              <a:rPr lang="en-US" sz="1600"/>
              <a:t> -y @modelcontextprotocol/server-filesystem /Users/</a:t>
            </a:r>
            <a:r>
              <a:rPr lang="en-US" sz="1600" err="1"/>
              <a:t>yourname</a:t>
            </a:r>
            <a:r>
              <a:rPr lang="en-US" sz="1600"/>
              <a:t>/Documents.”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So the </a:t>
            </a:r>
            <a:r>
              <a:rPr lang="en-US" sz="1600" b="1"/>
              <a:t>client</a:t>
            </a:r>
            <a:r>
              <a:rPr lang="en-US" sz="1600"/>
              <a:t> — Claude Desktop — </a:t>
            </a:r>
            <a:r>
              <a:rPr lang="en-US" sz="1600" b="1"/>
              <a:t>launches that command as a subprocess</a:t>
            </a:r>
            <a:r>
              <a:rPr lang="en-US" sz="1600"/>
              <a:t> on your machine.</a:t>
            </a:r>
            <a:br>
              <a:rPr lang="en-US" sz="1600"/>
            </a:br>
            <a:r>
              <a:rPr lang="en-US" sz="1600"/>
              <a:t>In other words: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The client starts the MCP server for you.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The MCP server process then begins running locally, listening for requests (usually via stdin/</a:t>
            </a:r>
            <a:r>
              <a:rPr lang="en-US" sz="1600" err="1"/>
              <a:t>stdout</a:t>
            </a:r>
            <a:r>
              <a:rPr lang="en-US" sz="1600"/>
              <a:t>, or sometimes a socket).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vs APIs: Key Differences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Discovery:</a:t>
            </a:r>
          </a:p>
          <a:p>
            <a:pPr lvl="1"/>
            <a:r>
              <a:t>API: Static, requires documentation reading</a:t>
            </a:r>
          </a:p>
          <a:p>
            <a:pPr lvl="1"/>
            <a:r>
              <a:t>MCP: Dynamic, tools list available at runtime</a:t>
            </a:r>
          </a:p>
          <a:p>
            <a:pPr marL="0" indent="0">
              <a:buNone/>
            </a:pPr>
            <a:r>
              <a:t>Standardization:</a:t>
            </a:r>
          </a:p>
          <a:p>
            <a:pPr lvl="1"/>
            <a:r>
              <a:t>API: Each API has unique format and auth</a:t>
            </a:r>
          </a:p>
          <a:p>
            <a:pPr lvl="1"/>
            <a:r>
              <a:t>MCP: Uniform protocol across all servers</a:t>
            </a:r>
          </a:p>
          <a:p>
            <a:pPr marL="0" indent="0">
              <a:buNone/>
            </a:pPr>
            <a:r>
              <a:t>Integration:</a:t>
            </a:r>
          </a:p>
          <a:p>
            <a:pPr lvl="1"/>
            <a:r>
              <a:t>API: Custom code for each integration</a:t>
            </a:r>
          </a:p>
          <a:p>
            <a:pPr lvl="1"/>
            <a:r>
              <a:t>MCP: Write protocol once, connect to any server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vs APIs: Key Differences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Context Management:</a:t>
            </a:r>
          </a:p>
          <a:p>
            <a:pPr lvl="1"/>
            <a:r>
              <a:t>API: Stateless, context passed in each request</a:t>
            </a:r>
          </a:p>
          <a:p>
            <a:pPr lvl="1"/>
            <a:r>
              <a:t>MCP: Stateful sessions, maintains context</a:t>
            </a:r>
          </a:p>
          <a:p>
            <a:pPr marL="0" indent="0">
              <a:buNone/>
            </a:pPr>
            <a:r>
              <a:t>AI Integration:</a:t>
            </a:r>
          </a:p>
          <a:p>
            <a:pPr lvl="1"/>
            <a:r>
              <a:t>API: LLM must know exact endpoints/parameters</a:t>
            </a:r>
          </a:p>
          <a:p>
            <a:pPr lvl="1"/>
            <a:r>
              <a:t>MCP: LLM discovers capabilities dynamically</a:t>
            </a:r>
          </a:p>
          <a:p>
            <a:pPr marL="0" indent="0">
              <a:buNone/>
            </a:pPr>
            <a:r>
              <a:t>Flexibility:</a:t>
            </a:r>
          </a:p>
          <a:p>
            <a:pPr lvl="1"/>
            <a:r>
              <a:t>API: Changes break client implementations</a:t>
            </a:r>
          </a:p>
          <a:p>
            <a:pPr lvl="1"/>
            <a:r>
              <a:t>MCP: Backward compatible, graceful degradation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MCP vs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t>Use </a:t>
            </a:r>
            <a:r>
              <a:rPr b="1"/>
              <a:t>MCP</a:t>
            </a:r>
            <a:r>
              <a:t> when:</a:t>
            </a:r>
          </a:p>
          <a:p>
            <a:r>
              <a:t>Building AI agents that need tool access</a:t>
            </a:r>
          </a:p>
          <a:p>
            <a:r>
              <a:t>Requirements evolve frequently</a:t>
            </a:r>
          </a:p>
          <a:p>
            <a:r>
              <a:t>Need AI to dynamically discover capabilities</a:t>
            </a:r>
          </a:p>
          <a:p>
            <a:r>
              <a:t>Connecting AI to multiple data sources</a:t>
            </a:r>
            <a:endParaRPr lang="en-IE"/>
          </a:p>
          <a:p>
            <a:endParaRPr/>
          </a:p>
          <a:p>
            <a:pPr marL="0" indent="0">
              <a:buNone/>
            </a:pPr>
            <a:r>
              <a:t>Use Traditional </a:t>
            </a:r>
            <a:r>
              <a:rPr b="1"/>
              <a:t>APIs</a:t>
            </a:r>
            <a:r>
              <a:t> when:</a:t>
            </a:r>
          </a:p>
          <a:p>
            <a:r>
              <a:t>Need maximum performance (high throughput)</a:t>
            </a:r>
          </a:p>
          <a:p>
            <a:r>
              <a:t>Deterministic machine-to-machine communication</a:t>
            </a:r>
          </a:p>
          <a:p>
            <a:r>
              <a:t>Non-AI clients or static integrations</a:t>
            </a:r>
          </a:p>
          <a:p>
            <a:r>
              <a:t>Use Both when:</a:t>
            </a:r>
          </a:p>
          <a:p>
            <a:r>
              <a:t>APIs for core infrastructure, MCP for AI layer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Reduced Development Time</a:t>
            </a:r>
          </a:p>
          <a:p>
            <a:r>
              <a:t>70%+ faster integration vs custom code</a:t>
            </a:r>
          </a:p>
          <a:p>
            <a:r>
              <a:t>Write once, deploy everywhere</a:t>
            </a:r>
          </a:p>
          <a:p>
            <a:r>
              <a:t>Improved Maintainability</a:t>
            </a:r>
          </a:p>
          <a:p>
            <a:r>
              <a:t>Single protocol to learn and maintain</a:t>
            </a:r>
          </a:p>
          <a:p>
            <a:r>
              <a:t>Easier updates and debugging</a:t>
            </a:r>
          </a:p>
          <a:p>
            <a:r>
              <a:t>Enhanced AI Capabilities</a:t>
            </a:r>
          </a:p>
          <a:p>
            <a:r>
              <a:t>AI can discover and use new tools automatically</a:t>
            </a:r>
          </a:p>
          <a:p>
            <a:r>
              <a:t>Better context awareness and memory</a:t>
            </a:r>
          </a:p>
          <a:p>
            <a:r>
              <a:t>Scalability</a:t>
            </a:r>
          </a:p>
          <a:p>
            <a:r>
              <a:t>Add new servers without modifying clients</a:t>
            </a:r>
          </a:p>
          <a:p>
            <a:r>
              <a:t>Growing ecosystem of pre-built servers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Security Concerns</a:t>
            </a:r>
          </a:p>
          <a:p>
            <a:r>
              <a:t>Agents have significant autonomy</a:t>
            </a:r>
          </a:p>
          <a:p>
            <a:r>
              <a:t>Need proper access controls and validation</a:t>
            </a:r>
          </a:p>
          <a:p>
            <a:r>
              <a:t>Performance Overhead</a:t>
            </a:r>
          </a:p>
          <a:p>
            <a:r>
              <a:t>Additional protocol layer adds latency</a:t>
            </a:r>
          </a:p>
          <a:p>
            <a:r>
              <a:t>Not ideal for high-frequency operations</a:t>
            </a:r>
          </a:p>
          <a:p>
            <a:r>
              <a:t>Learning Curve</a:t>
            </a:r>
          </a:p>
          <a:p>
            <a:r>
              <a:t>New paradigm for developers</a:t>
            </a:r>
          </a:p>
          <a:p>
            <a:r>
              <a:t>Requires understanding stateful sessions</a:t>
            </a:r>
          </a:p>
          <a:p>
            <a:r>
              <a:t>Ecosystem Maturity</a:t>
            </a:r>
          </a:p>
          <a:p>
            <a:r>
              <a:t>Still evolving (launched Nov 2024)</a:t>
            </a:r>
          </a:p>
          <a:p>
            <a:r>
              <a:t>Limited tooling compared to REST APIs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t>Customer Support AI Agent:</a:t>
            </a:r>
            <a:endParaRPr lang="en-US"/>
          </a:p>
          <a:p>
            <a:r>
              <a:t>Query customer data from CRM (Salesforce MCP)</a:t>
            </a:r>
          </a:p>
          <a:p>
            <a:r>
              <a:t>Search internal docs (Google Drive MCP)</a:t>
            </a:r>
          </a:p>
          <a:p>
            <a:r>
              <a:t>Check order status (Database MCP)</a:t>
            </a:r>
          </a:p>
          <a:p>
            <a:r>
              <a:t>Send follow-up email (Gmail MCP)</a:t>
            </a:r>
          </a:p>
          <a:p>
            <a:r>
              <a:t>Create support ticket if needed (Jira MCP)</a:t>
            </a:r>
          </a:p>
          <a:p>
            <a:r>
              <a:t>All from single conversational interface</a:t>
            </a:r>
          </a:p>
          <a:p>
            <a:pPr marL="0" indent="0">
              <a:buNone/>
            </a:pPr>
            <a:r>
              <a:t>Result:</a:t>
            </a:r>
          </a:p>
          <a:p>
            <a:r>
              <a:t>30% faster response time</a:t>
            </a:r>
            <a:endParaRPr lang="en-IE"/>
          </a:p>
          <a:p>
            <a:r>
              <a:t>Reduced manual lookups by 80%</a:t>
            </a:r>
          </a:p>
          <a:p>
            <a:r>
              <a:t>Better customer satisfaction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t>Building a simple MCP Server (Python):</a:t>
            </a:r>
          </a:p>
          <a:p>
            <a:pPr marL="514350" indent="-514350">
              <a:buFont typeface="+mj-lt"/>
              <a:buAutoNum type="arabicPeriod"/>
            </a:pPr>
            <a:r>
              <a:t>Install: pip install </a:t>
            </a:r>
            <a:r>
              <a:rPr err="1"/>
              <a:t>mcp</a:t>
            </a:r>
            <a:endParaRPr/>
          </a:p>
          <a:p>
            <a:pPr marL="514350" indent="-514350">
              <a:buFont typeface="+mj-lt"/>
              <a:buAutoNum type="arabicPeriod"/>
            </a:pPr>
            <a:r>
              <a:t>Define server with tools:</a:t>
            </a:r>
            <a:endParaRPr lang="en-IE"/>
          </a:p>
          <a:p>
            <a:pPr marL="971550" lvl="1" indent="-514350">
              <a:buFont typeface="+mj-lt"/>
              <a:buAutoNum type="arabicPeriod"/>
            </a:pPr>
            <a:r>
              <a:t>server = Server("my-server")</a:t>
            </a:r>
            <a:endParaRPr lang="en-IE"/>
          </a:p>
          <a:p>
            <a:pPr marL="971550" lvl="1" indent="-514350">
              <a:buFont typeface="+mj-lt"/>
              <a:buAutoNum type="arabicPeriod"/>
            </a:pPr>
            <a:r>
              <a:t>@server.list_tools()</a:t>
            </a:r>
            <a:endParaRPr lang="en-IE"/>
          </a:p>
          <a:p>
            <a:pPr marL="971550" lvl="1" indent="-514350">
              <a:buFont typeface="+mj-lt"/>
              <a:buAutoNum type="arabicPeriod"/>
            </a:pPr>
            <a:r>
              <a:t>async def </a:t>
            </a:r>
            <a:r>
              <a:rPr err="1"/>
              <a:t>handle_list_tools</a:t>
            </a:r>
            <a:r>
              <a:t>():</a:t>
            </a:r>
            <a:endParaRPr lang="en-IE"/>
          </a:p>
          <a:p>
            <a:pPr marL="971550" lvl="1" indent="-514350">
              <a:buFont typeface="+mj-lt"/>
              <a:buAutoNum type="arabicPeriod"/>
            </a:pPr>
            <a:r>
              <a:t>return [Tool(name="search", ...</a:t>
            </a:r>
          </a:p>
          <a:p>
            <a:pPr marL="514350" indent="-514350">
              <a:buFont typeface="+mj-lt"/>
              <a:buAutoNum type="arabicPeriod"/>
            </a:pPr>
            <a:r>
              <a:t>Implement tool handlers</a:t>
            </a:r>
          </a:p>
          <a:p>
            <a:pPr marL="514350" indent="-514350">
              <a:buFont typeface="+mj-lt"/>
              <a:buAutoNum type="arabicPeriod"/>
            </a:pPr>
            <a:r>
              <a:t>Run: python -m </a:t>
            </a:r>
            <a:r>
              <a:rPr err="1"/>
              <a:t>mcp.server.stdio</a:t>
            </a:r>
            <a:endParaRPr lang="en-IE"/>
          </a:p>
          <a:p>
            <a:pPr marL="0" indent="0">
              <a:buNone/>
            </a:pPr>
            <a:r>
              <a:t>Building takes minutes, not days!</a:t>
            </a:r>
          </a:p>
          <a:p>
            <a:pPr marL="0" indent="0">
              <a:buNone/>
            </a:pPr>
            <a:r>
              <a:t>Full SDK available for TypeScript and Python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t>Major Adopters:</a:t>
            </a:r>
          </a:p>
          <a:p>
            <a:r>
              <a:t>Anthropic (Claude) - Creator and primary supporter</a:t>
            </a:r>
          </a:p>
          <a:p>
            <a:r>
              <a:t>Cursor, Cline, Windsurf - AI coding assistants</a:t>
            </a:r>
          </a:p>
          <a:p>
            <a:r>
              <a:t>AWS, Google, Microsoft - Cloud providers</a:t>
            </a:r>
          </a:p>
          <a:p>
            <a:r>
              <a:rPr err="1"/>
              <a:t>Replit</a:t>
            </a:r>
            <a:r>
              <a:t>, Zed, </a:t>
            </a:r>
            <a:r>
              <a:rPr err="1"/>
              <a:t>Sourcegraph</a:t>
            </a:r>
            <a:r>
              <a:t> - Development tools</a:t>
            </a:r>
          </a:p>
          <a:p>
            <a:r>
              <a:t>Block, Apollo - Enterprise implementations</a:t>
            </a:r>
          </a:p>
          <a:p>
            <a:r>
              <a:t>Growing Ecosystem:</a:t>
            </a:r>
          </a:p>
          <a:p>
            <a:r>
              <a:t>500+ community MCP servers</a:t>
            </a:r>
          </a:p>
          <a:p>
            <a:r>
              <a:t>Official servers for major platforms</a:t>
            </a:r>
            <a:endParaRPr lang="en-IE"/>
          </a:p>
          <a:p>
            <a:r>
              <a:t>Active GitHub community (9,000+ stars)</a:t>
            </a:r>
          </a:p>
          <a:p>
            <a:r>
              <a:t>Rapid adoption in Q1 2025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t>Expected Evolution:</a:t>
            </a:r>
          </a:p>
          <a:p>
            <a:r>
              <a:t>Better performance optimization</a:t>
            </a:r>
          </a:p>
          <a:p>
            <a:r>
              <a:t>Enhanced security and governance tools</a:t>
            </a:r>
          </a:p>
          <a:p>
            <a:r>
              <a:t>More pre-built enterprise servers</a:t>
            </a:r>
          </a:p>
          <a:p>
            <a:r>
              <a:t>Improved observability and debugging</a:t>
            </a:r>
          </a:p>
          <a:p>
            <a:r>
              <a:t>Market Impact:</a:t>
            </a:r>
          </a:p>
          <a:p>
            <a:r>
              <a:t>MCP becoming standard like HTTP/REST</a:t>
            </a:r>
          </a:p>
          <a:p>
            <a:r>
              <a:t>Reduced cost of AI integration</a:t>
            </a:r>
          </a:p>
          <a:p>
            <a:r>
              <a:t>Faster AI product development</a:t>
            </a:r>
            <a:endParaRPr lang="en-IE"/>
          </a:p>
          <a:p>
            <a:r>
              <a:t>More powerful AI agents</a:t>
            </a:r>
          </a:p>
          <a:p>
            <a:r>
              <a:t>Potential to transform how AI connects to world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MCP is the USB-C standard for AI systems</a:t>
            </a:r>
          </a:p>
          <a:p>
            <a:r>
              <a:t>Solves M×N integration problem with M+N solution</a:t>
            </a:r>
          </a:p>
          <a:p>
            <a:r>
              <a:t>Uses JSON-RPC 2.0 over </a:t>
            </a:r>
            <a:r>
              <a:rPr err="1"/>
              <a:t>stdio</a:t>
            </a:r>
            <a:r>
              <a:t> or HTTP+SSE</a:t>
            </a:r>
          </a:p>
          <a:p>
            <a:r>
              <a:t>Three capabilities: Resources, Tools, Prompts</a:t>
            </a:r>
          </a:p>
          <a:p>
            <a:r>
              <a:t>Complements APIs, doesn't replace them</a:t>
            </a:r>
          </a:p>
          <a:p>
            <a:r>
              <a:t>Already adopted by major tech companies</a:t>
            </a:r>
          </a:p>
          <a:p>
            <a:r>
              <a:t>Reduces development time by 70%+</a:t>
            </a:r>
          </a:p>
          <a:p>
            <a:r>
              <a:t>Growing ecosystem with 500+ servers</a:t>
            </a:r>
          </a:p>
          <a:p>
            <a:r>
              <a:t>Best for AI agents needing dynamic tool access</a:t>
            </a:r>
            <a:endParaRPr lang="en-IE"/>
          </a:p>
          <a:p>
            <a:r>
              <a:t>The future standard for AI-data integration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 with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t>For Student:</a:t>
            </a:r>
          </a:p>
          <a:p>
            <a:r>
              <a:t>Read docs: modelcontextprotocol.io</a:t>
            </a:r>
          </a:p>
          <a:p>
            <a:r>
              <a:t>Try Claude Desktop with MCP servers</a:t>
            </a:r>
          </a:p>
          <a:p>
            <a:r>
              <a:t>Explore GitHub: github.com/</a:t>
            </a:r>
            <a:r>
              <a:rPr err="1"/>
              <a:t>modelcontextprotocol</a:t>
            </a:r>
            <a:endParaRPr/>
          </a:p>
          <a:p>
            <a:r>
              <a:t>Join community discussions</a:t>
            </a:r>
          </a:p>
          <a:p>
            <a:pPr marL="0" indent="0">
              <a:buNone/>
            </a:pPr>
            <a:r>
              <a:t>For Developers:</a:t>
            </a:r>
          </a:p>
          <a:p>
            <a:r>
              <a:t>Install MCP SDK (</a:t>
            </a:r>
            <a:r>
              <a:rPr err="1"/>
              <a:t>npm</a:t>
            </a:r>
            <a:r>
              <a:t> or pip)</a:t>
            </a:r>
          </a:p>
          <a:p>
            <a:r>
              <a:t>Build simple server (filesystem, API wrapper)</a:t>
            </a:r>
          </a:p>
          <a:p>
            <a:r>
              <a:t>Test with MCP Inspector tool</a:t>
            </a:r>
            <a:endParaRPr lang="en-IE"/>
          </a:p>
          <a:p>
            <a:r>
              <a:t>Contribute to open-source servers</a:t>
            </a:r>
          </a:p>
          <a:p>
            <a:pPr marL="0" indent="0">
              <a:buNone/>
            </a:pPr>
            <a:r>
              <a:t>Resources:</a:t>
            </a:r>
          </a:p>
          <a:p>
            <a:r>
              <a:t>Official documentation, tutorials, examples</a:t>
            </a:r>
          </a:p>
          <a:p>
            <a:r>
              <a:t>Awesome MCP Servers list on GitHub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Model Context Protocol</vt:lpstr>
      <vt:lpstr>Agenda</vt:lpstr>
      <vt:lpstr>What is MCP?</vt:lpstr>
      <vt:lpstr>What is MCP?</vt:lpstr>
      <vt:lpstr>MCP Components</vt:lpstr>
      <vt:lpstr>MCP Architecture</vt:lpstr>
      <vt:lpstr>PowerPoint Presentation</vt:lpstr>
      <vt:lpstr>Communication Flow</vt:lpstr>
      <vt:lpstr>The Problem: Before MCP</vt:lpstr>
      <vt:lpstr>The Solution: After MCP</vt:lpstr>
      <vt:lpstr>Three Key MCP Capabilities</vt:lpstr>
      <vt:lpstr>Resources (Read-only Data Access)</vt:lpstr>
      <vt:lpstr>Tools → “Actions AI can perform”</vt:lpstr>
      <vt:lpstr>Prompts → “Reusable templates”</vt:lpstr>
      <vt:lpstr>MCP Capability Types</vt:lpstr>
      <vt:lpstr>MCP Request Types (JSON-RPC Methods)</vt:lpstr>
      <vt:lpstr>Technical Foundation: JSON-RPC</vt:lpstr>
      <vt:lpstr>JSON-RPC 2.0 Message Examples</vt:lpstr>
      <vt:lpstr>MCP Client-Server Communication</vt:lpstr>
      <vt:lpstr>PowerPoint Presentation</vt:lpstr>
      <vt:lpstr>Transport Mechanisms</vt:lpstr>
      <vt:lpstr>stdio Transport</vt:lpstr>
      <vt:lpstr>HTTP+SSE Transport</vt:lpstr>
      <vt:lpstr>Popular MCP Servers - Development</vt:lpstr>
      <vt:lpstr>Popular MCP Servers - Integration</vt:lpstr>
      <vt:lpstr>MCP Configuration Example</vt:lpstr>
      <vt:lpstr>MCP vs APIs: Key Differences (1)</vt:lpstr>
      <vt:lpstr>MCP vs APIs: Key Differences (2)</vt:lpstr>
      <vt:lpstr>When to Use MCP vs APIs</vt:lpstr>
      <vt:lpstr>Benefits of MCP</vt:lpstr>
      <vt:lpstr>Challenges and Considerations</vt:lpstr>
      <vt:lpstr>Real-World Use Case</vt:lpstr>
      <vt:lpstr>Simple Implementation</vt:lpstr>
      <vt:lpstr>Industry Adoption</vt:lpstr>
      <vt:lpstr>The Future of MCP</vt:lpstr>
      <vt:lpstr>Key Takeaways</vt:lpstr>
      <vt:lpstr>Getting Started with MCP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Cregg</dc:creator>
  <cp:revision>1</cp:revision>
  <dcterms:created xsi:type="dcterms:W3CDTF">2025-10-09T21:23:54Z</dcterms:created>
  <dcterms:modified xsi:type="dcterms:W3CDTF">2025-10-16T12:39:52Z</dcterms:modified>
</cp:coreProperties>
</file>