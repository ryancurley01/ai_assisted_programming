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77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441B99-84EA-4353-AD42-AA656F27A811}">
          <p14:sldIdLst>
            <p14:sldId id="256"/>
            <p14:sldId id="257"/>
          </p14:sldIdLst>
        </p14:section>
        <p14:section name="How Models Work" id="{ABBE0699-70F8-4545-9213-04638B42013F}">
          <p14:sldIdLst>
            <p14:sldId id="258"/>
            <p14:sldId id="260"/>
            <p14:sldId id="264"/>
            <p14:sldId id="277"/>
            <p14:sldId id="261"/>
            <p14:sldId id="262"/>
            <p14:sldId id="265"/>
            <p14:sldId id="266"/>
            <p14:sldId id="267"/>
          </p14:sldIdLst>
        </p14:section>
        <p14:section name="How to Prompt Models well" id="{212AC345-2BDD-4CE6-BEBC-170A728F508E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C3CF9-FF10-BCC3-D6CC-BFD1B1DFB8B9}" v="20" dt="2025-10-02T10:57:51.008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Cregg" userId="S::daniel.cregg@atu.ie::a4417ebc-d1f9-4266-8a6c-2c7f21bbea7f" providerId="AD" clId="Web-{658C3CF9-FF10-BCC3-D6CC-BFD1B1DFB8B9}"/>
    <pc:docChg chg="modSld">
      <pc:chgData name="Daniel Cregg" userId="S::daniel.cregg@atu.ie::a4417ebc-d1f9-4266-8a6c-2c7f21bbea7f" providerId="AD" clId="Web-{658C3CF9-FF10-BCC3-D6CC-BFD1B1DFB8B9}" dt="2025-10-02T10:57:51.008" v="18" actId="20577"/>
      <pc:docMkLst>
        <pc:docMk/>
      </pc:docMkLst>
      <pc:sldChg chg="addSp modSp addAnim">
        <pc:chgData name="Daniel Cregg" userId="S::daniel.cregg@atu.ie::a4417ebc-d1f9-4266-8a6c-2c7f21bbea7f" providerId="AD" clId="Web-{658C3CF9-FF10-BCC3-D6CC-BFD1B1DFB8B9}" dt="2025-10-02T10:57:36.164" v="16" actId="1076"/>
        <pc:sldMkLst>
          <pc:docMk/>
          <pc:sldMk cId="1206518398" sldId="268"/>
        </pc:sldMkLst>
        <pc:spChg chg="mod">
          <ac:chgData name="Daniel Cregg" userId="S::daniel.cregg@atu.ie::a4417ebc-d1f9-4266-8a6c-2c7f21bbea7f" providerId="AD" clId="Web-{658C3CF9-FF10-BCC3-D6CC-BFD1B1DFB8B9}" dt="2025-10-02T10:57:30.961" v="14" actId="14100"/>
          <ac:spMkLst>
            <pc:docMk/>
            <pc:sldMk cId="1206518398" sldId="268"/>
            <ac:spMk id="3" creationId="{FB21EC56-752D-2C76-EA03-2D995622CCBF}"/>
          </ac:spMkLst>
        </pc:spChg>
        <pc:picChg chg="add mod">
          <ac:chgData name="Daniel Cregg" userId="S::daniel.cregg@atu.ie::a4417ebc-d1f9-4266-8a6c-2c7f21bbea7f" providerId="AD" clId="Web-{658C3CF9-FF10-BCC3-D6CC-BFD1B1DFB8B9}" dt="2025-10-02T10:57:36.164" v="16" actId="1076"/>
          <ac:picMkLst>
            <pc:docMk/>
            <pc:sldMk cId="1206518398" sldId="268"/>
            <ac:picMk id="4" creationId="{1FEF3F97-232E-B927-ADE3-9207FC48661F}"/>
          </ac:picMkLst>
        </pc:picChg>
      </pc:sldChg>
      <pc:sldChg chg="modSp addAnim">
        <pc:chgData name="Daniel Cregg" userId="S::daniel.cregg@atu.ie::a4417ebc-d1f9-4266-8a6c-2c7f21bbea7f" providerId="AD" clId="Web-{658C3CF9-FF10-BCC3-D6CC-BFD1B1DFB8B9}" dt="2025-10-02T10:57:51.008" v="18" actId="20577"/>
        <pc:sldMkLst>
          <pc:docMk/>
          <pc:sldMk cId="2794306871" sldId="269"/>
        </pc:sldMkLst>
        <pc:spChg chg="mod">
          <ac:chgData name="Daniel Cregg" userId="S::daniel.cregg@atu.ie::a4417ebc-d1f9-4266-8a6c-2c7f21bbea7f" providerId="AD" clId="Web-{658C3CF9-FF10-BCC3-D6CC-BFD1B1DFB8B9}" dt="2025-10-02T10:57:51.008" v="18" actId="20577"/>
          <ac:spMkLst>
            <pc:docMk/>
            <pc:sldMk cId="2794306871" sldId="269"/>
            <ac:spMk id="3" creationId="{4C4748C5-5F08-C4E3-6995-D70FD60BFBBB}"/>
          </ac:spMkLst>
        </pc:spChg>
      </pc:sldChg>
    </pc:docChg>
  </pc:docChgLst>
  <pc:docChgLst>
    <pc:chgData name="Daniel Cregg" userId="a4417ebc-d1f9-4266-8a6c-2c7f21bbea7f" providerId="ADAL" clId="{C3B80C82-A145-4854-9539-6B6E1C5C0E13}"/>
    <pc:docChg chg="undo custSel addSld delSld modSld sldOrd addSection modSection">
      <pc:chgData name="Daniel Cregg" userId="a4417ebc-d1f9-4266-8a6c-2c7f21bbea7f" providerId="ADAL" clId="{C3B80C82-A145-4854-9539-6B6E1C5C0E13}" dt="2025-09-30T09:01:26.278" v="1495" actId="20577"/>
      <pc:docMkLst>
        <pc:docMk/>
      </pc:docMkLst>
      <pc:sldChg chg="addSp delSp modSp new mod setBg addAnim delAnim">
        <pc:chgData name="Daniel Cregg" userId="a4417ebc-d1f9-4266-8a6c-2c7f21bbea7f" providerId="ADAL" clId="{C3B80C82-A145-4854-9539-6B6E1C5C0E13}" dt="2025-09-29T21:23:06.019" v="1375"/>
        <pc:sldMkLst>
          <pc:docMk/>
          <pc:sldMk cId="1445840262" sldId="256"/>
        </pc:sldMkLst>
        <pc:spChg chg="mod">
          <ac:chgData name="Daniel Cregg" userId="a4417ebc-d1f9-4266-8a6c-2c7f21bbea7f" providerId="ADAL" clId="{C3B80C82-A145-4854-9539-6B6E1C5C0E13}" dt="2025-09-29T21:23:06.019" v="1374" actId="26606"/>
          <ac:spMkLst>
            <pc:docMk/>
            <pc:sldMk cId="1445840262" sldId="256"/>
            <ac:spMk id="2" creationId="{E7386085-1E05-FBED-3F6C-42CF51FF88B6}"/>
          </ac:spMkLst>
        </pc:spChg>
        <pc:spChg chg="mod">
          <ac:chgData name="Daniel Cregg" userId="a4417ebc-d1f9-4266-8a6c-2c7f21bbea7f" providerId="ADAL" clId="{C3B80C82-A145-4854-9539-6B6E1C5C0E13}" dt="2025-09-29T21:23:06.019" v="1374" actId="26606"/>
          <ac:spMkLst>
            <pc:docMk/>
            <pc:sldMk cId="1445840262" sldId="256"/>
            <ac:spMk id="3" creationId="{03416783-419B-BE2E-9066-30960CF810CC}"/>
          </ac:spMkLst>
        </pc:spChg>
        <pc:spChg chg="add">
          <ac:chgData name="Daniel Cregg" userId="a4417ebc-d1f9-4266-8a6c-2c7f21bbea7f" providerId="ADAL" clId="{C3B80C82-A145-4854-9539-6B6E1C5C0E13}" dt="2025-09-29T21:23:06.019" v="1374" actId="26606"/>
          <ac:spMkLst>
            <pc:docMk/>
            <pc:sldMk cId="1445840262" sldId="256"/>
            <ac:spMk id="8" creationId="{0E30439A-8A5B-46EC-8283-9B6B031D40D0}"/>
          </ac:spMkLst>
        </pc:spChg>
        <pc:spChg chg="add del">
          <ac:chgData name="Daniel Cregg" userId="a4417ebc-d1f9-4266-8a6c-2c7f21bbea7f" providerId="ADAL" clId="{C3B80C82-A145-4854-9539-6B6E1C5C0E13}" dt="2025-09-29T21:23:06.004" v="1373" actId="26606"/>
          <ac:spMkLst>
            <pc:docMk/>
            <pc:sldMk cId="1445840262" sldId="256"/>
            <ac:spMk id="9" creationId="{F609FF9A-4FCE-468E-A86A-C9AB525EAE71}"/>
          </ac:spMkLst>
        </pc:spChg>
        <pc:spChg chg="add">
          <ac:chgData name="Daniel Cregg" userId="a4417ebc-d1f9-4266-8a6c-2c7f21bbea7f" providerId="ADAL" clId="{C3B80C82-A145-4854-9539-6B6E1C5C0E13}" dt="2025-09-29T21:23:06.019" v="1374" actId="26606"/>
          <ac:spMkLst>
            <pc:docMk/>
            <pc:sldMk cId="1445840262" sldId="256"/>
            <ac:spMk id="10" creationId="{5CEAD642-85CF-4750-8432-7C80C901F001}"/>
          </ac:spMkLst>
        </pc:spChg>
        <pc:spChg chg="add del">
          <ac:chgData name="Daniel Cregg" userId="a4417ebc-d1f9-4266-8a6c-2c7f21bbea7f" providerId="ADAL" clId="{C3B80C82-A145-4854-9539-6B6E1C5C0E13}" dt="2025-09-29T21:23:06.004" v="1373" actId="26606"/>
          <ac:spMkLst>
            <pc:docMk/>
            <pc:sldMk cId="1445840262" sldId="256"/>
            <ac:spMk id="11" creationId="{021E12D4-3A88-428D-8E5E-AF1AFD923D63}"/>
          </ac:spMkLst>
        </pc:spChg>
        <pc:spChg chg="add">
          <ac:chgData name="Daniel Cregg" userId="a4417ebc-d1f9-4266-8a6c-2c7f21bbea7f" providerId="ADAL" clId="{C3B80C82-A145-4854-9539-6B6E1C5C0E13}" dt="2025-09-29T21:23:06.019" v="1374" actId="26606"/>
          <ac:spMkLst>
            <pc:docMk/>
            <pc:sldMk cId="1445840262" sldId="256"/>
            <ac:spMk id="12" creationId="{FA33EEAE-15D5-4119-8C1E-89D943F911EF}"/>
          </ac:spMkLst>
        </pc:spChg>
        <pc:spChg chg="add">
          <ac:chgData name="Daniel Cregg" userId="a4417ebc-d1f9-4266-8a6c-2c7f21bbea7f" providerId="ADAL" clId="{C3B80C82-A145-4854-9539-6B6E1C5C0E13}" dt="2025-09-29T21:23:06.019" v="1374" actId="26606"/>
          <ac:spMkLst>
            <pc:docMk/>
            <pc:sldMk cId="1445840262" sldId="256"/>
            <ac:spMk id="14" creationId="{730D8B3B-9B80-4025-B934-26DC7D7CD231}"/>
          </ac:spMkLst>
        </pc:spChg>
        <pc:spChg chg="add">
          <ac:chgData name="Daniel Cregg" userId="a4417ebc-d1f9-4266-8a6c-2c7f21bbea7f" providerId="ADAL" clId="{C3B80C82-A145-4854-9539-6B6E1C5C0E13}" dt="2025-09-29T21:23:06.019" v="1374" actId="26606"/>
          <ac:spMkLst>
            <pc:docMk/>
            <pc:sldMk cId="1445840262" sldId="256"/>
            <ac:spMk id="16" creationId="{B5A1B09C-1565-46F8-B70F-621C5EB48A09}"/>
          </ac:spMkLst>
        </pc:spChg>
        <pc:spChg chg="add">
          <ac:chgData name="Daniel Cregg" userId="a4417ebc-d1f9-4266-8a6c-2c7f21bbea7f" providerId="ADAL" clId="{C3B80C82-A145-4854-9539-6B6E1C5C0E13}" dt="2025-09-29T21:23:06.019" v="1374" actId="26606"/>
          <ac:spMkLst>
            <pc:docMk/>
            <pc:sldMk cId="1445840262" sldId="256"/>
            <ac:spMk id="18" creationId="{8C516CC8-80AC-446C-A56E-9F54B7210402}"/>
          </ac:spMkLst>
        </pc:spChg>
        <pc:spChg chg="add">
          <ac:chgData name="Daniel Cregg" userId="a4417ebc-d1f9-4266-8a6c-2c7f21bbea7f" providerId="ADAL" clId="{C3B80C82-A145-4854-9539-6B6E1C5C0E13}" dt="2025-09-29T21:23:06.019" v="1374" actId="26606"/>
          <ac:spMkLst>
            <pc:docMk/>
            <pc:sldMk cId="1445840262" sldId="256"/>
            <ac:spMk id="20" creationId="{53947E58-F088-49F1-A3D1-DEA690192E84}"/>
          </ac:spMkLst>
        </pc:spChg>
        <pc:picChg chg="add del">
          <ac:chgData name="Daniel Cregg" userId="a4417ebc-d1f9-4266-8a6c-2c7f21bbea7f" providerId="ADAL" clId="{C3B80C82-A145-4854-9539-6B6E1C5C0E13}" dt="2025-09-29T21:23:06.004" v="1373" actId="26606"/>
          <ac:picMkLst>
            <pc:docMk/>
            <pc:sldMk cId="1445840262" sldId="256"/>
            <ac:picMk id="5" creationId="{D6AA477B-714F-0ED0-841A-61C9F1BBAAC3}"/>
          </ac:picMkLst>
        </pc:picChg>
      </pc:sldChg>
      <pc:sldChg chg="modSp new mod modAnim">
        <pc:chgData name="Daniel Cregg" userId="a4417ebc-d1f9-4266-8a6c-2c7f21bbea7f" providerId="ADAL" clId="{C3B80C82-A145-4854-9539-6B6E1C5C0E13}" dt="2025-09-29T14:18:14.710" v="1188" actId="20577"/>
        <pc:sldMkLst>
          <pc:docMk/>
          <pc:sldMk cId="3263152647" sldId="257"/>
        </pc:sldMkLst>
        <pc:spChg chg="mod">
          <ac:chgData name="Daniel Cregg" userId="a4417ebc-d1f9-4266-8a6c-2c7f21bbea7f" providerId="ADAL" clId="{C3B80C82-A145-4854-9539-6B6E1C5C0E13}" dt="2025-09-29T11:28:51.184" v="38" actId="20577"/>
          <ac:spMkLst>
            <pc:docMk/>
            <pc:sldMk cId="3263152647" sldId="257"/>
            <ac:spMk id="2" creationId="{EE2AD023-3692-F425-252F-684478582E83}"/>
          </ac:spMkLst>
        </pc:spChg>
        <pc:spChg chg="mod">
          <ac:chgData name="Daniel Cregg" userId="a4417ebc-d1f9-4266-8a6c-2c7f21bbea7f" providerId="ADAL" clId="{C3B80C82-A145-4854-9539-6B6E1C5C0E13}" dt="2025-09-29T14:18:14.710" v="1188" actId="20577"/>
          <ac:spMkLst>
            <pc:docMk/>
            <pc:sldMk cId="3263152647" sldId="257"/>
            <ac:spMk id="3" creationId="{8CE0DCEC-78AA-9774-7E75-6AB53D8D0428}"/>
          </ac:spMkLst>
        </pc:spChg>
      </pc:sldChg>
      <pc:sldChg chg="addSp delSp modSp new mod modAnim">
        <pc:chgData name="Daniel Cregg" userId="a4417ebc-d1f9-4266-8a6c-2c7f21bbea7f" providerId="ADAL" clId="{C3B80C82-A145-4854-9539-6B6E1C5C0E13}" dt="2025-09-29T21:50:15.792" v="1458" actId="14100"/>
        <pc:sldMkLst>
          <pc:docMk/>
          <pc:sldMk cId="1166033180" sldId="258"/>
        </pc:sldMkLst>
        <pc:spChg chg="mod">
          <ac:chgData name="Daniel Cregg" userId="a4417ebc-d1f9-4266-8a6c-2c7f21bbea7f" providerId="ADAL" clId="{C3B80C82-A145-4854-9539-6B6E1C5C0E13}" dt="2025-09-29T11:29:05.450" v="62" actId="20577"/>
          <ac:spMkLst>
            <pc:docMk/>
            <pc:sldMk cId="1166033180" sldId="258"/>
            <ac:spMk id="2" creationId="{E2979541-9656-0BB2-C674-B4031B416DAA}"/>
          </ac:spMkLst>
        </pc:spChg>
        <pc:spChg chg="mod">
          <ac:chgData name="Daniel Cregg" userId="a4417ebc-d1f9-4266-8a6c-2c7f21bbea7f" providerId="ADAL" clId="{C3B80C82-A145-4854-9539-6B6E1C5C0E13}" dt="2025-09-29T21:50:15.792" v="1458" actId="14100"/>
          <ac:spMkLst>
            <pc:docMk/>
            <pc:sldMk cId="1166033180" sldId="258"/>
            <ac:spMk id="3" creationId="{CC329CFB-299E-7041-164A-3519B68158AA}"/>
          </ac:spMkLst>
        </pc:spChg>
        <pc:spChg chg="add del">
          <ac:chgData name="Daniel Cregg" userId="a4417ebc-d1f9-4266-8a6c-2c7f21bbea7f" providerId="ADAL" clId="{C3B80C82-A145-4854-9539-6B6E1C5C0E13}" dt="2025-09-29T21:15:24.475" v="1364" actId="22"/>
          <ac:spMkLst>
            <pc:docMk/>
            <pc:sldMk cId="1166033180" sldId="258"/>
            <ac:spMk id="5" creationId="{F660EFC6-1AA9-D034-0043-CF55A611BB2C}"/>
          </ac:spMkLst>
        </pc:spChg>
      </pc:sldChg>
      <pc:sldChg chg="modSp new del mod">
        <pc:chgData name="Daniel Cregg" userId="a4417ebc-d1f9-4266-8a6c-2c7f21bbea7f" providerId="ADAL" clId="{C3B80C82-A145-4854-9539-6B6E1C5C0E13}" dt="2025-09-29T12:45:05.124" v="414" actId="47"/>
        <pc:sldMkLst>
          <pc:docMk/>
          <pc:sldMk cId="3255480036" sldId="259"/>
        </pc:sldMkLst>
        <pc:spChg chg="mod">
          <ac:chgData name="Daniel Cregg" userId="a4417ebc-d1f9-4266-8a6c-2c7f21bbea7f" providerId="ADAL" clId="{C3B80C82-A145-4854-9539-6B6E1C5C0E13}" dt="2025-09-29T11:29:59.182" v="110" actId="313"/>
          <ac:spMkLst>
            <pc:docMk/>
            <pc:sldMk cId="3255480036" sldId="259"/>
            <ac:spMk id="2" creationId="{772B4A83-6BDC-24DC-F9E1-9EE9B61B13EE}"/>
          </ac:spMkLst>
        </pc:spChg>
        <pc:spChg chg="mod">
          <ac:chgData name="Daniel Cregg" userId="a4417ebc-d1f9-4266-8a6c-2c7f21bbea7f" providerId="ADAL" clId="{C3B80C82-A145-4854-9539-6B6E1C5C0E13}" dt="2025-09-29T11:31:32.303" v="153" actId="20577"/>
          <ac:spMkLst>
            <pc:docMk/>
            <pc:sldMk cId="3255480036" sldId="259"/>
            <ac:spMk id="3" creationId="{4FCE996E-589C-077C-B54A-60982852B9B0}"/>
          </ac:spMkLst>
        </pc:spChg>
      </pc:sldChg>
      <pc:sldChg chg="addSp delSp modSp new mod modAnim">
        <pc:chgData name="Daniel Cregg" userId="a4417ebc-d1f9-4266-8a6c-2c7f21bbea7f" providerId="ADAL" clId="{C3B80C82-A145-4854-9539-6B6E1C5C0E13}" dt="2025-09-29T14:19:44.407" v="1189"/>
        <pc:sldMkLst>
          <pc:docMk/>
          <pc:sldMk cId="2107647053" sldId="260"/>
        </pc:sldMkLst>
        <pc:spChg chg="mod">
          <ac:chgData name="Daniel Cregg" userId="a4417ebc-d1f9-4266-8a6c-2c7f21bbea7f" providerId="ADAL" clId="{C3B80C82-A145-4854-9539-6B6E1C5C0E13}" dt="2025-09-29T12:16:25.010" v="403"/>
          <ac:spMkLst>
            <pc:docMk/>
            <pc:sldMk cId="2107647053" sldId="260"/>
            <ac:spMk id="2" creationId="{CA54ECE9-BC8E-1C8A-75F6-D2BA5106C8EF}"/>
          </ac:spMkLst>
        </pc:spChg>
        <pc:spChg chg="add del mod">
          <ac:chgData name="Daniel Cregg" userId="a4417ebc-d1f9-4266-8a6c-2c7f21bbea7f" providerId="ADAL" clId="{C3B80C82-A145-4854-9539-6B6E1C5C0E13}" dt="2025-09-29T14:15:36.599" v="1159" actId="114"/>
          <ac:spMkLst>
            <pc:docMk/>
            <pc:sldMk cId="2107647053" sldId="260"/>
            <ac:spMk id="3" creationId="{5705893B-8360-9369-133E-10EE01CACD72}"/>
          </ac:spMkLst>
        </pc:spChg>
        <pc:spChg chg="add mod">
          <ac:chgData name="Daniel Cregg" userId="a4417ebc-d1f9-4266-8a6c-2c7f21bbea7f" providerId="ADAL" clId="{C3B80C82-A145-4854-9539-6B6E1C5C0E13}" dt="2025-09-29T12:16:37.681" v="405"/>
          <ac:spMkLst>
            <pc:docMk/>
            <pc:sldMk cId="2107647053" sldId="260"/>
            <ac:spMk id="4" creationId="{DAAFDF27-5370-722E-128C-28721C5484C7}"/>
          </ac:spMkLst>
        </pc:spChg>
        <pc:spChg chg="add">
          <ac:chgData name="Daniel Cregg" userId="a4417ebc-d1f9-4266-8a6c-2c7f21bbea7f" providerId="ADAL" clId="{C3B80C82-A145-4854-9539-6B6E1C5C0E13}" dt="2025-09-29T13:09:19.144" v="615"/>
          <ac:spMkLst>
            <pc:docMk/>
            <pc:sldMk cId="2107647053" sldId="260"/>
            <ac:spMk id="5" creationId="{AE3467AA-81CC-E4DF-DA8E-1878161A49DF}"/>
          </ac:spMkLst>
        </pc:spChg>
      </pc:sldChg>
      <pc:sldChg chg="addSp delSp modSp new mod modAnim">
        <pc:chgData name="Daniel Cregg" userId="a4417ebc-d1f9-4266-8a6c-2c7f21bbea7f" providerId="ADAL" clId="{C3B80C82-A145-4854-9539-6B6E1C5C0E13}" dt="2025-09-29T21:33:55.298" v="1378"/>
        <pc:sldMkLst>
          <pc:docMk/>
          <pc:sldMk cId="4198447837" sldId="261"/>
        </pc:sldMkLst>
        <pc:spChg chg="mod">
          <ac:chgData name="Daniel Cregg" userId="a4417ebc-d1f9-4266-8a6c-2c7f21bbea7f" providerId="ADAL" clId="{C3B80C82-A145-4854-9539-6B6E1C5C0E13}" dt="2025-09-29T12:45:11.577" v="421" actId="20577"/>
          <ac:spMkLst>
            <pc:docMk/>
            <pc:sldMk cId="4198447837" sldId="261"/>
            <ac:spMk id="2" creationId="{53894069-5243-AFF4-8A54-41F6C228815E}"/>
          </ac:spMkLst>
        </pc:spChg>
        <pc:spChg chg="add del mod">
          <ac:chgData name="Daniel Cregg" userId="a4417ebc-d1f9-4266-8a6c-2c7f21bbea7f" providerId="ADAL" clId="{C3B80C82-A145-4854-9539-6B6E1C5C0E13}" dt="2025-09-29T21:33:55.298" v="1378"/>
          <ac:spMkLst>
            <pc:docMk/>
            <pc:sldMk cId="4198447837" sldId="261"/>
            <ac:spMk id="3" creationId="{68094CD2-A654-D419-5006-89BF1387A0DE}"/>
          </ac:spMkLst>
        </pc:spChg>
        <pc:spChg chg="add mod">
          <ac:chgData name="Daniel Cregg" userId="a4417ebc-d1f9-4266-8a6c-2c7f21bbea7f" providerId="ADAL" clId="{C3B80C82-A145-4854-9539-6B6E1C5C0E13}" dt="2025-09-29T12:45:20.724" v="423"/>
          <ac:spMkLst>
            <pc:docMk/>
            <pc:sldMk cId="4198447837" sldId="261"/>
            <ac:spMk id="4" creationId="{C05343B1-0B11-DD15-6E14-558CA2B61105}"/>
          </ac:spMkLst>
        </pc:spChg>
        <pc:spChg chg="add del">
          <ac:chgData name="Daniel Cregg" userId="a4417ebc-d1f9-4266-8a6c-2c7f21bbea7f" providerId="ADAL" clId="{C3B80C82-A145-4854-9539-6B6E1C5C0E13}" dt="2025-09-29T21:21:05.687" v="1366" actId="22"/>
          <ac:spMkLst>
            <pc:docMk/>
            <pc:sldMk cId="4198447837" sldId="261"/>
            <ac:spMk id="5" creationId="{F15C8E13-317F-392C-AC1E-1B76287D9752}"/>
          </ac:spMkLst>
        </pc:spChg>
        <pc:picChg chg="add mod">
          <ac:chgData name="Daniel Cregg" userId="a4417ebc-d1f9-4266-8a6c-2c7f21bbea7f" providerId="ADAL" clId="{C3B80C82-A145-4854-9539-6B6E1C5C0E13}" dt="2025-09-29T21:21:36.880" v="1368" actId="1076"/>
          <ac:picMkLst>
            <pc:docMk/>
            <pc:sldMk cId="4198447837" sldId="261"/>
            <ac:picMk id="7" creationId="{5F156CAA-2876-9FD2-DAEC-33E357FB9E17}"/>
          </ac:picMkLst>
        </pc:picChg>
      </pc:sldChg>
      <pc:sldChg chg="addSp modSp new mod modAnim">
        <pc:chgData name="Daniel Cregg" userId="a4417ebc-d1f9-4266-8a6c-2c7f21bbea7f" providerId="ADAL" clId="{C3B80C82-A145-4854-9539-6B6E1C5C0E13}" dt="2025-09-29T14:37:06.699" v="1282" actId="113"/>
        <pc:sldMkLst>
          <pc:docMk/>
          <pc:sldMk cId="107517657" sldId="262"/>
        </pc:sldMkLst>
        <pc:spChg chg="mod">
          <ac:chgData name="Daniel Cregg" userId="a4417ebc-d1f9-4266-8a6c-2c7f21bbea7f" providerId="ADAL" clId="{C3B80C82-A145-4854-9539-6B6E1C5C0E13}" dt="2025-09-29T12:46:43.349" v="439"/>
          <ac:spMkLst>
            <pc:docMk/>
            <pc:sldMk cId="107517657" sldId="262"/>
            <ac:spMk id="2" creationId="{BA067EC8-BFA9-11A8-BCBB-F6FACA1E2BCD}"/>
          </ac:spMkLst>
        </pc:spChg>
        <pc:spChg chg="mod">
          <ac:chgData name="Daniel Cregg" userId="a4417ebc-d1f9-4266-8a6c-2c7f21bbea7f" providerId="ADAL" clId="{C3B80C82-A145-4854-9539-6B6E1C5C0E13}" dt="2025-09-29T14:37:06.699" v="1282" actId="113"/>
          <ac:spMkLst>
            <pc:docMk/>
            <pc:sldMk cId="107517657" sldId="262"/>
            <ac:spMk id="3" creationId="{57753650-91F6-C742-2BDC-81E80F01818C}"/>
          </ac:spMkLst>
        </pc:spChg>
        <pc:picChg chg="add mod">
          <ac:chgData name="Daniel Cregg" userId="a4417ebc-d1f9-4266-8a6c-2c7f21bbea7f" providerId="ADAL" clId="{C3B80C82-A145-4854-9539-6B6E1C5C0E13}" dt="2025-09-29T14:34:27.253" v="1227" actId="1076"/>
          <ac:picMkLst>
            <pc:docMk/>
            <pc:sldMk cId="107517657" sldId="262"/>
            <ac:picMk id="5" creationId="{98D590CA-8756-952B-EA64-B9A1DCC5350D}"/>
          </ac:picMkLst>
        </pc:picChg>
      </pc:sldChg>
      <pc:sldChg chg="modSp new del mod ord">
        <pc:chgData name="Daniel Cregg" userId="a4417ebc-d1f9-4266-8a6c-2c7f21bbea7f" providerId="ADAL" clId="{C3B80C82-A145-4854-9539-6B6E1C5C0E13}" dt="2025-09-29T13:26:32.364" v="740" actId="47"/>
        <pc:sldMkLst>
          <pc:docMk/>
          <pc:sldMk cId="2557892265" sldId="263"/>
        </pc:sldMkLst>
        <pc:spChg chg="mod">
          <ac:chgData name="Daniel Cregg" userId="a4417ebc-d1f9-4266-8a6c-2c7f21bbea7f" providerId="ADAL" clId="{C3B80C82-A145-4854-9539-6B6E1C5C0E13}" dt="2025-09-29T12:48:29.178" v="485" actId="20577"/>
          <ac:spMkLst>
            <pc:docMk/>
            <pc:sldMk cId="2557892265" sldId="263"/>
            <ac:spMk id="2" creationId="{0B3BE52F-0707-B597-DC16-2071015B4D8B}"/>
          </ac:spMkLst>
        </pc:spChg>
        <pc:spChg chg="mod">
          <ac:chgData name="Daniel Cregg" userId="a4417ebc-d1f9-4266-8a6c-2c7f21bbea7f" providerId="ADAL" clId="{C3B80C82-A145-4854-9539-6B6E1C5C0E13}" dt="2025-09-29T13:25:14.359" v="723" actId="21"/>
          <ac:spMkLst>
            <pc:docMk/>
            <pc:sldMk cId="2557892265" sldId="263"/>
            <ac:spMk id="3" creationId="{D5E65C0D-82FF-3CBE-D982-AEB1CF6CCE15}"/>
          </ac:spMkLst>
        </pc:spChg>
      </pc:sldChg>
      <pc:sldChg chg="addSp delSp modSp new mod ord modAnim">
        <pc:chgData name="Daniel Cregg" userId="a4417ebc-d1f9-4266-8a6c-2c7f21bbea7f" providerId="ADAL" clId="{C3B80C82-A145-4854-9539-6B6E1C5C0E13}" dt="2025-09-29T21:48:04.683" v="1380" actId="1076"/>
        <pc:sldMkLst>
          <pc:docMk/>
          <pc:sldMk cId="640088311" sldId="264"/>
        </pc:sldMkLst>
        <pc:spChg chg="mod">
          <ac:chgData name="Daniel Cregg" userId="a4417ebc-d1f9-4266-8a6c-2c7f21bbea7f" providerId="ADAL" clId="{C3B80C82-A145-4854-9539-6B6E1C5C0E13}" dt="2025-09-29T12:50:10.225" v="550" actId="20577"/>
          <ac:spMkLst>
            <pc:docMk/>
            <pc:sldMk cId="640088311" sldId="264"/>
            <ac:spMk id="2" creationId="{77942F63-E9C3-C0C4-09D5-F7EB791CDB06}"/>
          </ac:spMkLst>
        </pc:spChg>
        <pc:spChg chg="add del mod">
          <ac:chgData name="Daniel Cregg" userId="a4417ebc-d1f9-4266-8a6c-2c7f21bbea7f" providerId="ADAL" clId="{C3B80C82-A145-4854-9539-6B6E1C5C0E13}" dt="2025-09-29T13:26:14.381" v="739" actId="6549"/>
          <ac:spMkLst>
            <pc:docMk/>
            <pc:sldMk cId="640088311" sldId="264"/>
            <ac:spMk id="3" creationId="{AC6929E1-DB7C-4A03-1383-EBC22410D6FA}"/>
          </ac:spMkLst>
        </pc:spChg>
        <pc:spChg chg="add mod">
          <ac:chgData name="Daniel Cregg" userId="a4417ebc-d1f9-4266-8a6c-2c7f21bbea7f" providerId="ADAL" clId="{C3B80C82-A145-4854-9539-6B6E1C5C0E13}" dt="2025-09-29T12:48:54.092" v="490"/>
          <ac:spMkLst>
            <pc:docMk/>
            <pc:sldMk cId="640088311" sldId="264"/>
            <ac:spMk id="4" creationId="{964EE3C6-08CC-FF7B-CFCA-5AFC0DB8E42B}"/>
          </ac:spMkLst>
        </pc:spChg>
        <pc:spChg chg="add">
          <ac:chgData name="Daniel Cregg" userId="a4417ebc-d1f9-4266-8a6c-2c7f21bbea7f" providerId="ADAL" clId="{C3B80C82-A145-4854-9539-6B6E1C5C0E13}" dt="2025-09-29T12:48:58.304" v="494"/>
          <ac:spMkLst>
            <pc:docMk/>
            <pc:sldMk cId="640088311" sldId="264"/>
            <ac:spMk id="5" creationId="{BA5BDC18-71BF-6F43-9292-AB2C4741BBC1}"/>
          </ac:spMkLst>
        </pc:spChg>
        <pc:picChg chg="add mod">
          <ac:chgData name="Daniel Cregg" userId="a4417ebc-d1f9-4266-8a6c-2c7f21bbea7f" providerId="ADAL" clId="{C3B80C82-A145-4854-9539-6B6E1C5C0E13}" dt="2025-09-29T21:48:04.683" v="1380" actId="1076"/>
          <ac:picMkLst>
            <pc:docMk/>
            <pc:sldMk cId="640088311" sldId="264"/>
            <ac:picMk id="5" creationId="{16C4D3B8-C7EB-07B1-2B69-425261A8615B}"/>
          </ac:picMkLst>
        </pc:picChg>
      </pc:sldChg>
      <pc:sldChg chg="addSp modSp new mod modAnim">
        <pc:chgData name="Daniel Cregg" userId="a4417ebc-d1f9-4266-8a6c-2c7f21bbea7f" providerId="ADAL" clId="{C3B80C82-A145-4854-9539-6B6E1C5C0E13}" dt="2025-09-29T21:59:38.391" v="1478"/>
        <pc:sldMkLst>
          <pc:docMk/>
          <pc:sldMk cId="3832447297" sldId="265"/>
        </pc:sldMkLst>
        <pc:spChg chg="mod">
          <ac:chgData name="Daniel Cregg" userId="a4417ebc-d1f9-4266-8a6c-2c7f21bbea7f" providerId="ADAL" clId="{C3B80C82-A145-4854-9539-6B6E1C5C0E13}" dt="2025-09-29T13:00:58.805" v="599"/>
          <ac:spMkLst>
            <pc:docMk/>
            <pc:sldMk cId="3832447297" sldId="265"/>
            <ac:spMk id="2" creationId="{35F7F9E6-39AD-68DD-C2BD-09A7B9745EE9}"/>
          </ac:spMkLst>
        </pc:spChg>
        <pc:spChg chg="mod">
          <ac:chgData name="Daniel Cregg" userId="a4417ebc-d1f9-4266-8a6c-2c7f21bbea7f" providerId="ADAL" clId="{C3B80C82-A145-4854-9539-6B6E1C5C0E13}" dt="2025-09-29T21:59:12.329" v="1474" actId="27636"/>
          <ac:spMkLst>
            <pc:docMk/>
            <pc:sldMk cId="3832447297" sldId="265"/>
            <ac:spMk id="3" creationId="{D60E657D-D2A8-E612-EDFF-1D4AB4DB994E}"/>
          </ac:spMkLst>
        </pc:spChg>
        <pc:picChg chg="add mod">
          <ac:chgData name="Daniel Cregg" userId="a4417ebc-d1f9-4266-8a6c-2c7f21bbea7f" providerId="ADAL" clId="{C3B80C82-A145-4854-9539-6B6E1C5C0E13}" dt="2025-09-29T21:59:23.609" v="1477" actId="1076"/>
          <ac:picMkLst>
            <pc:docMk/>
            <pc:sldMk cId="3832447297" sldId="265"/>
            <ac:picMk id="5" creationId="{FAFB1D8D-B150-9A69-A40C-F10106D8D650}"/>
          </ac:picMkLst>
        </pc:picChg>
      </pc:sldChg>
      <pc:sldChg chg="modSp new mod modAnim">
        <pc:chgData name="Daniel Cregg" userId="a4417ebc-d1f9-4266-8a6c-2c7f21bbea7f" providerId="ADAL" clId="{C3B80C82-A145-4854-9539-6B6E1C5C0E13}" dt="2025-09-29T14:20:02.692" v="1194"/>
        <pc:sldMkLst>
          <pc:docMk/>
          <pc:sldMk cId="1294774020" sldId="266"/>
        </pc:sldMkLst>
        <pc:spChg chg="mod">
          <ac:chgData name="Daniel Cregg" userId="a4417ebc-d1f9-4266-8a6c-2c7f21bbea7f" providerId="ADAL" clId="{C3B80C82-A145-4854-9539-6B6E1C5C0E13}" dt="2025-09-29T13:02:31.907" v="604"/>
          <ac:spMkLst>
            <pc:docMk/>
            <pc:sldMk cId="1294774020" sldId="266"/>
            <ac:spMk id="2" creationId="{373EDC55-21D1-19F8-2928-3950392DAAB9}"/>
          </ac:spMkLst>
        </pc:spChg>
        <pc:spChg chg="mod">
          <ac:chgData name="Daniel Cregg" userId="a4417ebc-d1f9-4266-8a6c-2c7f21bbea7f" providerId="ADAL" clId="{C3B80C82-A145-4854-9539-6B6E1C5C0E13}" dt="2025-09-29T13:02:45.884" v="607" actId="5793"/>
          <ac:spMkLst>
            <pc:docMk/>
            <pc:sldMk cId="1294774020" sldId="266"/>
            <ac:spMk id="3" creationId="{9F048CFC-0F0A-7E1A-6AFB-60A4C49A9977}"/>
          </ac:spMkLst>
        </pc:spChg>
      </pc:sldChg>
      <pc:sldChg chg="modSp new mod modAnim">
        <pc:chgData name="Daniel Cregg" userId="a4417ebc-d1f9-4266-8a6c-2c7f21bbea7f" providerId="ADAL" clId="{C3B80C82-A145-4854-9539-6B6E1C5C0E13}" dt="2025-09-29T14:20:05.112" v="1195"/>
        <pc:sldMkLst>
          <pc:docMk/>
          <pc:sldMk cId="4136515091" sldId="267"/>
        </pc:sldMkLst>
        <pc:spChg chg="mod">
          <ac:chgData name="Daniel Cregg" userId="a4417ebc-d1f9-4266-8a6c-2c7f21bbea7f" providerId="ADAL" clId="{C3B80C82-A145-4854-9539-6B6E1C5C0E13}" dt="2025-09-29T13:05:25.260" v="610"/>
          <ac:spMkLst>
            <pc:docMk/>
            <pc:sldMk cId="4136515091" sldId="267"/>
            <ac:spMk id="2" creationId="{C9FC3079-2B8C-D0D5-A5CA-3E34D79820A6}"/>
          </ac:spMkLst>
        </pc:spChg>
        <pc:spChg chg="mod">
          <ac:chgData name="Daniel Cregg" userId="a4417ebc-d1f9-4266-8a6c-2c7f21bbea7f" providerId="ADAL" clId="{C3B80C82-A145-4854-9539-6B6E1C5C0E13}" dt="2025-09-29T13:05:37.962" v="613" actId="5793"/>
          <ac:spMkLst>
            <pc:docMk/>
            <pc:sldMk cId="4136515091" sldId="267"/>
            <ac:spMk id="3" creationId="{853346FE-E3AB-A178-0DC3-884A0074617B}"/>
          </ac:spMkLst>
        </pc:spChg>
      </pc:sldChg>
      <pc:sldChg chg="addSp delSp modSp new mod">
        <pc:chgData name="Daniel Cregg" userId="a4417ebc-d1f9-4266-8a6c-2c7f21bbea7f" providerId="ADAL" clId="{C3B80C82-A145-4854-9539-6B6E1C5C0E13}" dt="2025-09-29T13:13:26.572" v="656" actId="12"/>
        <pc:sldMkLst>
          <pc:docMk/>
          <pc:sldMk cId="1206518398" sldId="268"/>
        </pc:sldMkLst>
        <pc:spChg chg="mod">
          <ac:chgData name="Daniel Cregg" userId="a4417ebc-d1f9-4266-8a6c-2c7f21bbea7f" providerId="ADAL" clId="{C3B80C82-A145-4854-9539-6B6E1C5C0E13}" dt="2025-09-29T13:12:13.268" v="639"/>
          <ac:spMkLst>
            <pc:docMk/>
            <pc:sldMk cId="1206518398" sldId="268"/>
            <ac:spMk id="2" creationId="{D2212987-078D-1BE7-EA39-04C45843E5ED}"/>
          </ac:spMkLst>
        </pc:spChg>
        <pc:spChg chg="add del mod">
          <ac:chgData name="Daniel Cregg" userId="a4417ebc-d1f9-4266-8a6c-2c7f21bbea7f" providerId="ADAL" clId="{C3B80C82-A145-4854-9539-6B6E1C5C0E13}" dt="2025-09-29T13:13:26.572" v="656" actId="12"/>
          <ac:spMkLst>
            <pc:docMk/>
            <pc:sldMk cId="1206518398" sldId="268"/>
            <ac:spMk id="3" creationId="{FB21EC56-752D-2C76-EA03-2D995622CCBF}"/>
          </ac:spMkLst>
        </pc:spChg>
        <pc:spChg chg="add mod">
          <ac:chgData name="Daniel Cregg" userId="a4417ebc-d1f9-4266-8a6c-2c7f21bbea7f" providerId="ADAL" clId="{C3B80C82-A145-4854-9539-6B6E1C5C0E13}" dt="2025-09-29T13:11:30.094" v="636"/>
          <ac:spMkLst>
            <pc:docMk/>
            <pc:sldMk cId="1206518398" sldId="268"/>
            <ac:spMk id="4" creationId="{98E8EF90-F171-E383-E639-1C672BFC5CA8}"/>
          </ac:spMkLst>
        </pc:spChg>
        <pc:spChg chg="add">
          <ac:chgData name="Daniel Cregg" userId="a4417ebc-d1f9-4266-8a6c-2c7f21bbea7f" providerId="ADAL" clId="{C3B80C82-A145-4854-9539-6B6E1C5C0E13}" dt="2025-09-29T13:12:21.112" v="641"/>
          <ac:spMkLst>
            <pc:docMk/>
            <pc:sldMk cId="1206518398" sldId="268"/>
            <ac:spMk id="5" creationId="{138B2902-9EDF-E649-2CEE-54CF09704BD6}"/>
          </ac:spMkLst>
        </pc:spChg>
        <pc:spChg chg="add">
          <ac:chgData name="Daniel Cregg" userId="a4417ebc-d1f9-4266-8a6c-2c7f21bbea7f" providerId="ADAL" clId="{C3B80C82-A145-4854-9539-6B6E1C5C0E13}" dt="2025-09-29T13:12:27.885" v="644"/>
          <ac:spMkLst>
            <pc:docMk/>
            <pc:sldMk cId="1206518398" sldId="268"/>
            <ac:spMk id="6" creationId="{E2E032E5-7CC8-A57F-C39A-BB61E42607F2}"/>
          </ac:spMkLst>
        </pc:spChg>
        <pc:spChg chg="add mod">
          <ac:chgData name="Daniel Cregg" userId="a4417ebc-d1f9-4266-8a6c-2c7f21bbea7f" providerId="ADAL" clId="{C3B80C82-A145-4854-9539-6B6E1C5C0E13}" dt="2025-09-29T13:12:40.422" v="647"/>
          <ac:spMkLst>
            <pc:docMk/>
            <pc:sldMk cId="1206518398" sldId="268"/>
            <ac:spMk id="7" creationId="{3ABC4238-3979-E35A-201F-605B196BF6B4}"/>
          </ac:spMkLst>
        </pc:spChg>
      </pc:sldChg>
      <pc:sldChg chg="modSp new mod">
        <pc:chgData name="Daniel Cregg" userId="a4417ebc-d1f9-4266-8a6c-2c7f21bbea7f" providerId="ADAL" clId="{C3B80C82-A145-4854-9539-6B6E1C5C0E13}" dt="2025-09-29T13:14:29.777" v="662" actId="12"/>
        <pc:sldMkLst>
          <pc:docMk/>
          <pc:sldMk cId="2794306871" sldId="269"/>
        </pc:sldMkLst>
        <pc:spChg chg="mod">
          <ac:chgData name="Daniel Cregg" userId="a4417ebc-d1f9-4266-8a6c-2c7f21bbea7f" providerId="ADAL" clId="{C3B80C82-A145-4854-9539-6B6E1C5C0E13}" dt="2025-09-29T13:14:09.461" v="659"/>
          <ac:spMkLst>
            <pc:docMk/>
            <pc:sldMk cId="2794306871" sldId="269"/>
            <ac:spMk id="2" creationId="{3886E151-B230-1B79-B7EE-B2FB2FC50918}"/>
          </ac:spMkLst>
        </pc:spChg>
        <pc:spChg chg="mod">
          <ac:chgData name="Daniel Cregg" userId="a4417ebc-d1f9-4266-8a6c-2c7f21bbea7f" providerId="ADAL" clId="{C3B80C82-A145-4854-9539-6B6E1C5C0E13}" dt="2025-09-29T13:14:29.777" v="662" actId="12"/>
          <ac:spMkLst>
            <pc:docMk/>
            <pc:sldMk cId="2794306871" sldId="269"/>
            <ac:spMk id="3" creationId="{4C4748C5-5F08-C4E3-6995-D70FD60BFBBB}"/>
          </ac:spMkLst>
        </pc:spChg>
      </pc:sldChg>
      <pc:sldChg chg="addSp delSp modSp new mod">
        <pc:chgData name="Daniel Cregg" userId="a4417ebc-d1f9-4266-8a6c-2c7f21bbea7f" providerId="ADAL" clId="{C3B80C82-A145-4854-9539-6B6E1C5C0E13}" dt="2025-09-29T13:15:26.787" v="675" actId="20577"/>
        <pc:sldMkLst>
          <pc:docMk/>
          <pc:sldMk cId="2722008924" sldId="270"/>
        </pc:sldMkLst>
        <pc:spChg chg="mod">
          <ac:chgData name="Daniel Cregg" userId="a4417ebc-d1f9-4266-8a6c-2c7f21bbea7f" providerId="ADAL" clId="{C3B80C82-A145-4854-9539-6B6E1C5C0E13}" dt="2025-09-29T13:14:49.326" v="665"/>
          <ac:spMkLst>
            <pc:docMk/>
            <pc:sldMk cId="2722008924" sldId="270"/>
            <ac:spMk id="2" creationId="{F4F11F36-4B6C-D83B-4071-1258D49DC1AB}"/>
          </ac:spMkLst>
        </pc:spChg>
        <pc:spChg chg="add del mod">
          <ac:chgData name="Daniel Cregg" userId="a4417ebc-d1f9-4266-8a6c-2c7f21bbea7f" providerId="ADAL" clId="{C3B80C82-A145-4854-9539-6B6E1C5C0E13}" dt="2025-09-29T13:15:26.787" v="675" actId="20577"/>
          <ac:spMkLst>
            <pc:docMk/>
            <pc:sldMk cId="2722008924" sldId="270"/>
            <ac:spMk id="3" creationId="{8A3A8FD5-890A-1833-42AE-57E9266E536F}"/>
          </ac:spMkLst>
        </pc:spChg>
        <pc:spChg chg="add mod">
          <ac:chgData name="Daniel Cregg" userId="a4417ebc-d1f9-4266-8a6c-2c7f21bbea7f" providerId="ADAL" clId="{C3B80C82-A145-4854-9539-6B6E1C5C0E13}" dt="2025-09-29T13:15:01.147" v="667"/>
          <ac:spMkLst>
            <pc:docMk/>
            <pc:sldMk cId="2722008924" sldId="270"/>
            <ac:spMk id="4" creationId="{A04659EC-685C-E6DA-5D1A-F8B2643BB0FD}"/>
          </ac:spMkLst>
        </pc:spChg>
        <pc:spChg chg="add mod">
          <ac:chgData name="Daniel Cregg" userId="a4417ebc-d1f9-4266-8a6c-2c7f21bbea7f" providerId="ADAL" clId="{C3B80C82-A145-4854-9539-6B6E1C5C0E13}" dt="2025-09-29T13:15:05.316" v="669"/>
          <ac:spMkLst>
            <pc:docMk/>
            <pc:sldMk cId="2722008924" sldId="270"/>
            <ac:spMk id="5" creationId="{FC465E4D-B4FB-1871-87D7-0A9487A68A41}"/>
          </ac:spMkLst>
        </pc:spChg>
      </pc:sldChg>
      <pc:sldChg chg="addSp delSp modSp new">
        <pc:chgData name="Daniel Cregg" userId="a4417ebc-d1f9-4266-8a6c-2c7f21bbea7f" providerId="ADAL" clId="{C3B80C82-A145-4854-9539-6B6E1C5C0E13}" dt="2025-09-29T13:16:15.997" v="684"/>
        <pc:sldMkLst>
          <pc:docMk/>
          <pc:sldMk cId="3602075832" sldId="271"/>
        </pc:sldMkLst>
        <pc:spChg chg="mod">
          <ac:chgData name="Daniel Cregg" userId="a4417ebc-d1f9-4266-8a6c-2c7f21bbea7f" providerId="ADAL" clId="{C3B80C82-A145-4854-9539-6B6E1C5C0E13}" dt="2025-09-29T13:15:43.125" v="677"/>
          <ac:spMkLst>
            <pc:docMk/>
            <pc:sldMk cId="3602075832" sldId="271"/>
            <ac:spMk id="2" creationId="{0D778BE1-ACC1-1750-A6C8-596AF84D9A02}"/>
          </ac:spMkLst>
        </pc:spChg>
        <pc:spChg chg="add del mod">
          <ac:chgData name="Daniel Cregg" userId="a4417ebc-d1f9-4266-8a6c-2c7f21bbea7f" providerId="ADAL" clId="{C3B80C82-A145-4854-9539-6B6E1C5C0E13}" dt="2025-09-29T13:16:15.997" v="684"/>
          <ac:spMkLst>
            <pc:docMk/>
            <pc:sldMk cId="3602075832" sldId="271"/>
            <ac:spMk id="3" creationId="{82AE5666-A396-E227-A01D-0EB098C55EC6}"/>
          </ac:spMkLst>
        </pc:spChg>
        <pc:spChg chg="add mod">
          <ac:chgData name="Daniel Cregg" userId="a4417ebc-d1f9-4266-8a6c-2c7f21bbea7f" providerId="ADAL" clId="{C3B80C82-A145-4854-9539-6B6E1C5C0E13}" dt="2025-09-29T13:15:56.958" v="679"/>
          <ac:spMkLst>
            <pc:docMk/>
            <pc:sldMk cId="3602075832" sldId="271"/>
            <ac:spMk id="4" creationId="{0480AE41-FB1D-2B7E-37FA-49CBFD2445F4}"/>
          </ac:spMkLst>
        </pc:spChg>
        <pc:spChg chg="add mod">
          <ac:chgData name="Daniel Cregg" userId="a4417ebc-d1f9-4266-8a6c-2c7f21bbea7f" providerId="ADAL" clId="{C3B80C82-A145-4854-9539-6B6E1C5C0E13}" dt="2025-09-29T13:16:01.813" v="681"/>
          <ac:spMkLst>
            <pc:docMk/>
            <pc:sldMk cId="3602075832" sldId="271"/>
            <ac:spMk id="5" creationId="{981AF030-C187-59D8-E6E9-37ABF212D8B3}"/>
          </ac:spMkLst>
        </pc:spChg>
        <pc:spChg chg="add mod">
          <ac:chgData name="Daniel Cregg" userId="a4417ebc-d1f9-4266-8a6c-2c7f21bbea7f" providerId="ADAL" clId="{C3B80C82-A145-4854-9539-6B6E1C5C0E13}" dt="2025-09-29T13:16:07.332" v="683"/>
          <ac:spMkLst>
            <pc:docMk/>
            <pc:sldMk cId="3602075832" sldId="271"/>
            <ac:spMk id="6" creationId="{2E02A26B-9D5E-2899-98D2-EE7195C2F67F}"/>
          </ac:spMkLst>
        </pc:spChg>
      </pc:sldChg>
      <pc:sldChg chg="modSp new">
        <pc:chgData name="Daniel Cregg" userId="a4417ebc-d1f9-4266-8a6c-2c7f21bbea7f" providerId="ADAL" clId="{C3B80C82-A145-4854-9539-6B6E1C5C0E13}" dt="2025-09-29T13:17:05.404" v="687"/>
        <pc:sldMkLst>
          <pc:docMk/>
          <pc:sldMk cId="1505982890" sldId="272"/>
        </pc:sldMkLst>
        <pc:spChg chg="mod">
          <ac:chgData name="Daniel Cregg" userId="a4417ebc-d1f9-4266-8a6c-2c7f21bbea7f" providerId="ADAL" clId="{C3B80C82-A145-4854-9539-6B6E1C5C0E13}" dt="2025-09-29T13:16:59.285" v="686"/>
          <ac:spMkLst>
            <pc:docMk/>
            <pc:sldMk cId="1505982890" sldId="272"/>
            <ac:spMk id="2" creationId="{A810C178-CBD5-0089-0718-91CA21D0EFCF}"/>
          </ac:spMkLst>
        </pc:spChg>
        <pc:spChg chg="mod">
          <ac:chgData name="Daniel Cregg" userId="a4417ebc-d1f9-4266-8a6c-2c7f21bbea7f" providerId="ADAL" clId="{C3B80C82-A145-4854-9539-6B6E1C5C0E13}" dt="2025-09-29T13:17:05.404" v="687"/>
          <ac:spMkLst>
            <pc:docMk/>
            <pc:sldMk cId="1505982890" sldId="272"/>
            <ac:spMk id="3" creationId="{9A2DF264-B22C-4FE5-EF8D-FB926C2D7F49}"/>
          </ac:spMkLst>
        </pc:spChg>
      </pc:sldChg>
      <pc:sldChg chg="modSp new">
        <pc:chgData name="Daniel Cregg" userId="a4417ebc-d1f9-4266-8a6c-2c7f21bbea7f" providerId="ADAL" clId="{C3B80C82-A145-4854-9539-6B6E1C5C0E13}" dt="2025-09-29T13:17:56.688" v="690"/>
        <pc:sldMkLst>
          <pc:docMk/>
          <pc:sldMk cId="1045581535" sldId="273"/>
        </pc:sldMkLst>
        <pc:spChg chg="mod">
          <ac:chgData name="Daniel Cregg" userId="a4417ebc-d1f9-4266-8a6c-2c7f21bbea7f" providerId="ADAL" clId="{C3B80C82-A145-4854-9539-6B6E1C5C0E13}" dt="2025-09-29T13:17:47.895" v="689"/>
          <ac:spMkLst>
            <pc:docMk/>
            <pc:sldMk cId="1045581535" sldId="273"/>
            <ac:spMk id="2" creationId="{D1252D4A-84A5-F835-8FAE-E5BD77162E5D}"/>
          </ac:spMkLst>
        </pc:spChg>
        <pc:spChg chg="mod">
          <ac:chgData name="Daniel Cregg" userId="a4417ebc-d1f9-4266-8a6c-2c7f21bbea7f" providerId="ADAL" clId="{C3B80C82-A145-4854-9539-6B6E1C5C0E13}" dt="2025-09-29T13:17:56.688" v="690"/>
          <ac:spMkLst>
            <pc:docMk/>
            <pc:sldMk cId="1045581535" sldId="273"/>
            <ac:spMk id="3" creationId="{E9216BF4-0AB8-4BD2-420F-3E9B3E60F986}"/>
          </ac:spMkLst>
        </pc:spChg>
      </pc:sldChg>
      <pc:sldChg chg="modSp new">
        <pc:chgData name="Daniel Cregg" userId="a4417ebc-d1f9-4266-8a6c-2c7f21bbea7f" providerId="ADAL" clId="{C3B80C82-A145-4854-9539-6B6E1C5C0E13}" dt="2025-09-29T13:18:24.540" v="693"/>
        <pc:sldMkLst>
          <pc:docMk/>
          <pc:sldMk cId="2319877813" sldId="274"/>
        </pc:sldMkLst>
        <pc:spChg chg="mod">
          <ac:chgData name="Daniel Cregg" userId="a4417ebc-d1f9-4266-8a6c-2c7f21bbea7f" providerId="ADAL" clId="{C3B80C82-A145-4854-9539-6B6E1C5C0E13}" dt="2025-09-29T13:18:14.181" v="692"/>
          <ac:spMkLst>
            <pc:docMk/>
            <pc:sldMk cId="2319877813" sldId="274"/>
            <ac:spMk id="2" creationId="{CE351A88-34BE-DE4B-240C-08D921D9388D}"/>
          </ac:spMkLst>
        </pc:spChg>
        <pc:spChg chg="mod">
          <ac:chgData name="Daniel Cregg" userId="a4417ebc-d1f9-4266-8a6c-2c7f21bbea7f" providerId="ADAL" clId="{C3B80C82-A145-4854-9539-6B6E1C5C0E13}" dt="2025-09-29T13:18:24.540" v="693"/>
          <ac:spMkLst>
            <pc:docMk/>
            <pc:sldMk cId="2319877813" sldId="274"/>
            <ac:spMk id="3" creationId="{A2F47DE5-55DC-4AA9-6B8B-AA15C1557D24}"/>
          </ac:spMkLst>
        </pc:spChg>
      </pc:sldChg>
      <pc:sldChg chg="modSp new">
        <pc:chgData name="Daniel Cregg" userId="a4417ebc-d1f9-4266-8a6c-2c7f21bbea7f" providerId="ADAL" clId="{C3B80C82-A145-4854-9539-6B6E1C5C0E13}" dt="2025-09-29T13:18:51.783" v="696"/>
        <pc:sldMkLst>
          <pc:docMk/>
          <pc:sldMk cId="3920541921" sldId="275"/>
        </pc:sldMkLst>
        <pc:spChg chg="mod">
          <ac:chgData name="Daniel Cregg" userId="a4417ebc-d1f9-4266-8a6c-2c7f21bbea7f" providerId="ADAL" clId="{C3B80C82-A145-4854-9539-6B6E1C5C0E13}" dt="2025-09-29T13:18:44.075" v="695"/>
          <ac:spMkLst>
            <pc:docMk/>
            <pc:sldMk cId="3920541921" sldId="275"/>
            <ac:spMk id="2" creationId="{0AF3E898-16FD-79B9-A4C4-18A396765C78}"/>
          </ac:spMkLst>
        </pc:spChg>
        <pc:spChg chg="mod">
          <ac:chgData name="Daniel Cregg" userId="a4417ebc-d1f9-4266-8a6c-2c7f21bbea7f" providerId="ADAL" clId="{C3B80C82-A145-4854-9539-6B6E1C5C0E13}" dt="2025-09-29T13:18:51.783" v="696"/>
          <ac:spMkLst>
            <pc:docMk/>
            <pc:sldMk cId="3920541921" sldId="275"/>
            <ac:spMk id="3" creationId="{D1A2376F-0978-C9B3-2235-EEB0A4E7F5F2}"/>
          </ac:spMkLst>
        </pc:spChg>
      </pc:sldChg>
      <pc:sldChg chg="modSp new mod">
        <pc:chgData name="Daniel Cregg" userId="a4417ebc-d1f9-4266-8a6c-2c7f21bbea7f" providerId="ADAL" clId="{C3B80C82-A145-4854-9539-6B6E1C5C0E13}" dt="2025-09-29T13:19:40.026" v="705"/>
        <pc:sldMkLst>
          <pc:docMk/>
          <pc:sldMk cId="1640996106" sldId="276"/>
        </pc:sldMkLst>
        <pc:spChg chg="mod">
          <ac:chgData name="Daniel Cregg" userId="a4417ebc-d1f9-4266-8a6c-2c7f21bbea7f" providerId="ADAL" clId="{C3B80C82-A145-4854-9539-6B6E1C5C0E13}" dt="2025-09-29T13:19:15.516" v="699"/>
          <ac:spMkLst>
            <pc:docMk/>
            <pc:sldMk cId="1640996106" sldId="276"/>
            <ac:spMk id="2" creationId="{FE6D293A-C4B3-2AF7-9149-74C9219F78FA}"/>
          </ac:spMkLst>
        </pc:spChg>
        <pc:spChg chg="mod">
          <ac:chgData name="Daniel Cregg" userId="a4417ebc-d1f9-4266-8a6c-2c7f21bbea7f" providerId="ADAL" clId="{C3B80C82-A145-4854-9539-6B6E1C5C0E13}" dt="2025-09-29T13:19:40.026" v="705"/>
          <ac:spMkLst>
            <pc:docMk/>
            <pc:sldMk cId="1640996106" sldId="276"/>
            <ac:spMk id="3" creationId="{8F9F1FA8-E94E-0C12-285B-6670609A570A}"/>
          </ac:spMkLst>
        </pc:spChg>
      </pc:sldChg>
      <pc:sldChg chg="addSp delSp modSp new mod">
        <pc:chgData name="Daniel Cregg" userId="a4417ebc-d1f9-4266-8a6c-2c7f21bbea7f" providerId="ADAL" clId="{C3B80C82-A145-4854-9539-6B6E1C5C0E13}" dt="2025-09-29T21:52:22.643" v="1462" actId="33524"/>
        <pc:sldMkLst>
          <pc:docMk/>
          <pc:sldMk cId="2789139718" sldId="277"/>
        </pc:sldMkLst>
        <pc:spChg chg="mod">
          <ac:chgData name="Daniel Cregg" userId="a4417ebc-d1f9-4266-8a6c-2c7f21bbea7f" providerId="ADAL" clId="{C3B80C82-A145-4854-9539-6B6E1C5C0E13}" dt="2025-09-29T13:28:12.525" v="742"/>
          <ac:spMkLst>
            <pc:docMk/>
            <pc:sldMk cId="2789139718" sldId="277"/>
            <ac:spMk id="2" creationId="{CBDDDD72-7B0B-1EB0-15D3-68DB5C959F6E}"/>
          </ac:spMkLst>
        </pc:spChg>
        <pc:spChg chg="del">
          <ac:chgData name="Daniel Cregg" userId="a4417ebc-d1f9-4266-8a6c-2c7f21bbea7f" providerId="ADAL" clId="{C3B80C82-A145-4854-9539-6B6E1C5C0E13}" dt="2025-09-29T13:28:18.950" v="743"/>
          <ac:spMkLst>
            <pc:docMk/>
            <pc:sldMk cId="2789139718" sldId="277"/>
            <ac:spMk id="3" creationId="{44B1A00A-B52D-AF7B-1242-42F085C52304}"/>
          </ac:spMkLst>
        </pc:spChg>
        <pc:graphicFrameChg chg="add mod modGraphic">
          <ac:chgData name="Daniel Cregg" userId="a4417ebc-d1f9-4266-8a6c-2c7f21bbea7f" providerId="ADAL" clId="{C3B80C82-A145-4854-9539-6B6E1C5C0E13}" dt="2025-09-29T21:52:22.643" v="1462" actId="33524"/>
          <ac:graphicFrameMkLst>
            <pc:docMk/>
            <pc:sldMk cId="2789139718" sldId="277"/>
            <ac:graphicFrameMk id="4" creationId="{37493106-F6F5-AE92-23DB-0654B75D7740}"/>
          </ac:graphicFrameMkLst>
        </pc:graphicFrameChg>
      </pc:sldChg>
      <pc:sldChg chg="modSp new mod modAnim">
        <pc:chgData name="Daniel Cregg" userId="a4417ebc-d1f9-4266-8a6c-2c7f21bbea7f" providerId="ADAL" clId="{C3B80C82-A145-4854-9539-6B6E1C5C0E13}" dt="2025-09-29T13:33:02.961" v="782"/>
        <pc:sldMkLst>
          <pc:docMk/>
          <pc:sldMk cId="3451672452" sldId="278"/>
        </pc:sldMkLst>
        <pc:spChg chg="mod">
          <ac:chgData name="Daniel Cregg" userId="a4417ebc-d1f9-4266-8a6c-2c7f21bbea7f" providerId="ADAL" clId="{C3B80C82-A145-4854-9539-6B6E1C5C0E13}" dt="2025-09-29T13:31:10.506" v="762" actId="20577"/>
          <ac:spMkLst>
            <pc:docMk/>
            <pc:sldMk cId="3451672452" sldId="278"/>
            <ac:spMk id="2" creationId="{A9D16944-1B0E-87E3-9135-EFD9788BA2C8}"/>
          </ac:spMkLst>
        </pc:spChg>
        <pc:spChg chg="mod">
          <ac:chgData name="Daniel Cregg" userId="a4417ebc-d1f9-4266-8a6c-2c7f21bbea7f" providerId="ADAL" clId="{C3B80C82-A145-4854-9539-6B6E1C5C0E13}" dt="2025-09-29T13:32:59.468" v="781" actId="27636"/>
          <ac:spMkLst>
            <pc:docMk/>
            <pc:sldMk cId="3451672452" sldId="278"/>
            <ac:spMk id="3" creationId="{3F1E6023-6924-FC66-CB52-245917E7E18A}"/>
          </ac:spMkLst>
        </pc:spChg>
      </pc:sldChg>
      <pc:sldChg chg="addSp delSp modSp new mod">
        <pc:chgData name="Daniel Cregg" userId="a4417ebc-d1f9-4266-8a6c-2c7f21bbea7f" providerId="ADAL" clId="{C3B80C82-A145-4854-9539-6B6E1C5C0E13}" dt="2025-09-29T13:33:58.301" v="788" actId="27636"/>
        <pc:sldMkLst>
          <pc:docMk/>
          <pc:sldMk cId="1565747777" sldId="279"/>
        </pc:sldMkLst>
        <pc:spChg chg="mod">
          <ac:chgData name="Daniel Cregg" userId="a4417ebc-d1f9-4266-8a6c-2c7f21bbea7f" providerId="ADAL" clId="{C3B80C82-A145-4854-9539-6B6E1C5C0E13}" dt="2025-09-29T13:33:46.320" v="784"/>
          <ac:spMkLst>
            <pc:docMk/>
            <pc:sldMk cId="1565747777" sldId="279"/>
            <ac:spMk id="2" creationId="{FCC1DAB3-25E3-DB1F-6D3B-7B9155667F2E}"/>
          </ac:spMkLst>
        </pc:spChg>
        <pc:spChg chg="add del mod">
          <ac:chgData name="Daniel Cregg" userId="a4417ebc-d1f9-4266-8a6c-2c7f21bbea7f" providerId="ADAL" clId="{C3B80C82-A145-4854-9539-6B6E1C5C0E13}" dt="2025-09-29T13:33:58.301" v="788" actId="27636"/>
          <ac:spMkLst>
            <pc:docMk/>
            <pc:sldMk cId="1565747777" sldId="279"/>
            <ac:spMk id="3" creationId="{330C3774-F5CB-8371-2552-2D6081C00DFF}"/>
          </ac:spMkLst>
        </pc:spChg>
        <pc:spChg chg="add mod">
          <ac:chgData name="Daniel Cregg" userId="a4417ebc-d1f9-4266-8a6c-2c7f21bbea7f" providerId="ADAL" clId="{C3B80C82-A145-4854-9539-6B6E1C5C0E13}" dt="2025-09-29T13:33:56.868" v="786"/>
          <ac:spMkLst>
            <pc:docMk/>
            <pc:sldMk cId="1565747777" sldId="279"/>
            <ac:spMk id="4" creationId="{45EDB293-A84C-1847-A6DC-1100666B3606}"/>
          </ac:spMkLst>
        </pc:spChg>
      </pc:sldChg>
      <pc:sldChg chg="modSp new mod">
        <pc:chgData name="Daniel Cregg" userId="a4417ebc-d1f9-4266-8a6c-2c7f21bbea7f" providerId="ADAL" clId="{C3B80C82-A145-4854-9539-6B6E1C5C0E13}" dt="2025-09-30T09:01:26.278" v="1495" actId="20577"/>
        <pc:sldMkLst>
          <pc:docMk/>
          <pc:sldMk cId="296689511" sldId="280"/>
        </pc:sldMkLst>
        <pc:spChg chg="mod">
          <ac:chgData name="Daniel Cregg" userId="a4417ebc-d1f9-4266-8a6c-2c7f21bbea7f" providerId="ADAL" clId="{C3B80C82-A145-4854-9539-6B6E1C5C0E13}" dt="2025-09-30T09:01:14.461" v="1488" actId="20577"/>
          <ac:spMkLst>
            <pc:docMk/>
            <pc:sldMk cId="296689511" sldId="280"/>
            <ac:spMk id="2" creationId="{F5C6657D-70B6-A627-C88F-160A2E91D7A3}"/>
          </ac:spMkLst>
        </pc:spChg>
        <pc:spChg chg="mod">
          <ac:chgData name="Daniel Cregg" userId="a4417ebc-d1f9-4266-8a6c-2c7f21bbea7f" providerId="ADAL" clId="{C3B80C82-A145-4854-9539-6B6E1C5C0E13}" dt="2025-09-30T09:01:26.278" v="1495" actId="20577"/>
          <ac:spMkLst>
            <pc:docMk/>
            <pc:sldMk cId="296689511" sldId="280"/>
            <ac:spMk id="3" creationId="{F1DBDBA7-32B4-801A-12A4-1EA75F7DBB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4F75-7A81-75D9-3717-CAAFCBE7C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8262F-55B4-1914-A7C0-277F0E058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1A1F6-C111-7CA8-C4DC-E59044A95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46F7C-652C-375A-3379-AA12FD7B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4E42F-4BE3-F569-0FD6-25C50587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533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45DFE-76F4-CC12-1CE4-9C191C43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F3EBE-FEFD-A417-94BD-E301B6ADA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52D2E-2001-D667-6CFF-69205216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34340-6A38-6DE7-5314-9D5F5DFC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9E98-3509-F17D-738A-89C41856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140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7C77-13C5-5452-FB2F-3C5964D45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262C2-FDC4-FA5E-A872-CAFC7313C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F82EA-FE2A-0809-CA3C-45EC1BFA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C80E5-9C64-16B0-4DFE-C303EAA0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0A29-F9B1-973D-E74B-EB50190A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436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2009-AB3F-A9D8-9801-2CD827ED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3A4FE-8EF0-DEDD-A178-E938D3B4D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FE8A7-1FB4-3BB8-5548-2C685E393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7A5DE-3F63-5E42-12BE-DB2FDDC9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DF2F3-E095-B56B-06B7-089DD006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5E259-7AA6-835F-1A03-0C07831C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4524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C74C-9E86-A82D-67B7-9058157F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7688A-F6FF-0658-35BD-28A1AD32C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D2C55-E6BD-6721-3A63-B220AF12F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35C4D-2CD8-D748-54AB-254887D1C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F3C7D-8D84-BB57-34E8-6D91356A9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E0172-81BF-48F7-4CAA-33D6A17C3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3D4B9-4F68-D3CF-D269-BA014950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EF1DD-83F4-FBA4-1E09-BF24B541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801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5076-AD01-8C43-A52E-F505817D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2C676-9A70-A37B-D2F1-709CEA20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B7561-8FD8-DF81-3DE1-F6C3CFD8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23AFB-57F2-35EE-2851-46CC5337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701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3F8AF5-F1CA-704F-9A8D-2AB722E1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83968-DE4A-9B5A-7A8F-4D1959BD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046D7-98B9-56D7-D25B-966B86CB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130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84D0-EAC4-73BB-5AD0-B619792C4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3849E-EA82-FF8C-248D-34D72F34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40BD0-219C-A0FF-F37B-8538551E0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1A509-77A3-262C-5D0B-B93904A8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8F56A-9CEF-7209-0B20-1459907F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07231-02BD-67FE-1DB5-E868854C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4184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80B2-4344-3AED-D7E7-72C0F1B48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889A89-DFB9-2E42-ED4B-AFCC2B087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0B6ED-5E81-9A87-B5E8-FDE0DD8CD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002C8-D60F-0733-17E8-8BD408D4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05053-5557-F98C-3759-DE21BEA9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25FEF-2513-71D2-7D68-D9349638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433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3EE1-D5D6-B365-3603-87ECCC79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BA618-3967-43CC-12C1-44E27DFD3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C5BB9-BBFA-C462-188E-4C805B87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F4418-49BD-68F7-895D-E486EAC7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EB45A-EADD-4261-F653-C3A31F8F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4360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019243-F23F-25ED-8B33-501C144C8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B221E-2035-1A72-87FA-05DB8346A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718EA-F0F3-0099-BC8C-6B4B8B13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39E9D-95C4-5665-0D27-7898D9DD3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F8C57-8EC2-68B3-D379-C3D883A6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10125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C0CC56-3E40-5D20-F046-FDC76B13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9E28C-4DE4-AE81-9848-9ABD3AD1B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65948-5D73-C2FF-F1A3-4DD93EAEC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BEDF6-B44D-4B8C-B172-61F7C4352494}" type="datetimeFigureOut">
              <a:rPr lang="en-IE" smtClean="0"/>
              <a:t>02/10/2025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74DB2-3A8A-A3E8-FD7B-62683E81A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F74DE-5937-3DF0-4381-D2F78EC0E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7F885-2E28-4E42-9FB5-29C719FD36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214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uggingface.co/spaces/Xenova/the-tokenizer-playgroun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mptingguide.a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386085-1E05-FBED-3F6C-42CF51FF8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Prompting for Programmers</a:t>
            </a:r>
            <a:endParaRPr lang="en-IE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16783-419B-BE2E-9066-30960CF81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en-IE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4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D023-3692-F425-252F-68447858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DCEC-78AA-9774-7E75-6AB53D8D0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US" b="1"/>
              <a:t>Section 1 – How Models Work</a:t>
            </a:r>
            <a:endParaRPr lang="en-US"/>
          </a:p>
          <a:p>
            <a:r>
              <a:rPr lang="en-US"/>
              <a:t>What is a prompt?</a:t>
            </a:r>
          </a:p>
          <a:p>
            <a:r>
              <a:rPr lang="en-US"/>
              <a:t>Large Language Models (LLMs)</a:t>
            </a:r>
          </a:p>
          <a:p>
            <a:r>
              <a:rPr lang="en-US"/>
              <a:t>Tokens &amp; Context Windows</a:t>
            </a:r>
          </a:p>
          <a:p>
            <a:r>
              <a:rPr lang="en-US"/>
              <a:t>Neural Networks (inspired by the brain)</a:t>
            </a:r>
          </a:p>
          <a:p>
            <a:r>
              <a:rPr lang="en-US"/>
              <a:t>Parameters &amp; Weights (how learning works)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Section 2 – How to Prompt Models well</a:t>
            </a:r>
          </a:p>
          <a:p>
            <a:r>
              <a:rPr lang="en-US"/>
              <a:t>Why prompt quality matters</a:t>
            </a:r>
          </a:p>
          <a:p>
            <a:r>
              <a:rPr lang="en-US"/>
              <a:t>Bad vs. Good prompts</a:t>
            </a:r>
          </a:p>
          <a:p>
            <a:r>
              <a:rPr lang="en-US"/>
              <a:t>A simple recipe for good prompts</a:t>
            </a:r>
          </a:p>
          <a:p>
            <a:r>
              <a:rPr lang="en-US"/>
              <a:t>Constraints &amp; Non-goals</a:t>
            </a:r>
          </a:p>
          <a:p>
            <a:r>
              <a:rPr lang="en-US"/>
              <a:t>Prompting frameworks (STAR, CLEAR, CREATE, SPEC)</a:t>
            </a:r>
          </a:p>
          <a:p>
            <a:r>
              <a:rPr lang="en-US"/>
              <a:t>Advanced techniques (Persona, Chain-of-Thought, Few-Shot)</a:t>
            </a:r>
          </a:p>
          <a:p>
            <a:r>
              <a:rPr lang="en-US"/>
              <a:t>Professional practices (clarifying, tests-first, diffs, repo context)</a:t>
            </a:r>
          </a:p>
          <a:p>
            <a:r>
              <a:rPr lang="en-IE"/>
              <a:t>AI limitations &amp; gotchas</a:t>
            </a:r>
            <a:endParaRPr lang="en-US"/>
          </a:p>
          <a:p>
            <a:r>
              <a:rPr lang="en-IE"/>
              <a:t>Wrap Up</a:t>
            </a:r>
          </a:p>
        </p:txBody>
      </p:sp>
    </p:spTree>
    <p:extLst>
      <p:ext uri="{BB962C8B-B14F-4D97-AF65-F5344CB8AC3E}">
        <p14:creationId xmlns:p14="http://schemas.microsoft.com/office/powerpoint/2010/main" val="326315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9541-9656-0BB2-C674-B4031B416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prompt?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29CFB-299E-7041-164A-3519B681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27898" cy="4351338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/>
              <a:t>A </a:t>
            </a:r>
            <a:r>
              <a:rPr lang="en-US" sz="4000" b="1"/>
              <a:t>prompt</a:t>
            </a:r>
            <a:r>
              <a:rPr lang="en-US" sz="4000"/>
              <a:t> is an input (text, code, image, audio, or data) that guides a generative AI model to produce an output.</a:t>
            </a:r>
          </a:p>
          <a:p>
            <a:pPr marL="0" indent="0">
              <a:buNone/>
            </a:pPr>
            <a:r>
              <a:rPr lang="en-US" sz="4000" b="1"/>
              <a:t>Prompt:</a:t>
            </a:r>
          </a:p>
          <a:p>
            <a:pPr marL="0" indent="0">
              <a:buNone/>
            </a:pPr>
            <a:r>
              <a:rPr lang="en-US" sz="4000" i="1"/>
              <a:t>“What is the capital of France?”</a:t>
            </a:r>
          </a:p>
          <a:p>
            <a:pPr marL="0" indent="0">
              <a:buNone/>
            </a:pPr>
            <a:r>
              <a:rPr lang="en-US" sz="4000" b="1"/>
              <a:t>Response:</a:t>
            </a:r>
          </a:p>
          <a:p>
            <a:pPr marL="0" indent="0">
              <a:buNone/>
            </a:pPr>
            <a:r>
              <a:rPr lang="en-US" sz="4000"/>
              <a:t>“Paris”</a:t>
            </a:r>
          </a:p>
          <a:p>
            <a:pPr marL="0" indent="0">
              <a:buNone/>
            </a:pPr>
            <a:r>
              <a:rPr lang="en-US" sz="4000"/>
              <a:t>A </a:t>
            </a:r>
            <a:r>
              <a:rPr lang="en-US" sz="4000" b="1"/>
              <a:t>generative AI model</a:t>
            </a:r>
            <a:r>
              <a:rPr lang="en-US" sz="4000"/>
              <a:t> is a type of machine learning system that learns patterns from data and then </a:t>
            </a:r>
            <a:r>
              <a:rPr lang="en-US" sz="4000" b="1"/>
              <a:t>generates new, original content</a:t>
            </a:r>
            <a:r>
              <a:rPr lang="en-US" sz="4000"/>
              <a:t> that looks or sounds like the data it was trained on.</a:t>
            </a:r>
          </a:p>
          <a:p>
            <a:pPr marL="0" indent="0">
              <a:buNone/>
            </a:pPr>
            <a:endParaRPr lang="en-US" sz="4000"/>
          </a:p>
          <a:p>
            <a:pPr marL="0" indent="0">
              <a:buNone/>
            </a:pPr>
            <a:endParaRPr lang="en-US" sz="4000"/>
          </a:p>
          <a:p>
            <a:pPr marL="0" indent="0">
              <a:buNone/>
            </a:pPr>
            <a:r>
              <a:rPr lang="en-US" b="1"/>
              <a:t>From Text to Multimodal</a:t>
            </a:r>
            <a:endParaRPr lang="en-US"/>
          </a:p>
          <a:p>
            <a:r>
              <a:rPr lang="en-US" b="1"/>
              <a:t>Early days</a:t>
            </a:r>
            <a:r>
              <a:rPr lang="en-US"/>
              <a:t>: A </a:t>
            </a:r>
            <a:r>
              <a:rPr lang="en-US" i="1"/>
              <a:t>prompt</a:t>
            </a:r>
            <a:r>
              <a:rPr lang="en-US"/>
              <a:t> was almost always a </a:t>
            </a:r>
            <a:r>
              <a:rPr lang="en-US" b="1"/>
              <a:t>natural-language text instruction</a:t>
            </a:r>
            <a:r>
              <a:rPr lang="en-US"/>
              <a:t> (e.g., “Write me a poem about the sea”).</a:t>
            </a:r>
          </a:p>
          <a:p>
            <a:r>
              <a:rPr lang="en-US" b="1"/>
              <a:t>As models improved</a:t>
            </a:r>
            <a:r>
              <a:rPr lang="en-US"/>
              <a:t>: Prompting expanded beyond text.</a:t>
            </a:r>
          </a:p>
          <a:p>
            <a:r>
              <a:rPr lang="en-US" b="1"/>
              <a:t>Today’s multimodal prompts</a:t>
            </a:r>
            <a:r>
              <a:rPr lang="en-US"/>
              <a:t> can combine:</a:t>
            </a:r>
          </a:p>
          <a:p>
            <a:pPr lvl="1"/>
            <a:r>
              <a:rPr lang="en-US"/>
              <a:t>Text (questions, instructions, context)</a:t>
            </a:r>
          </a:p>
          <a:p>
            <a:pPr lvl="1"/>
            <a:r>
              <a:rPr lang="en-US"/>
              <a:t>Images (for captioning, editing, or visual reasoning)</a:t>
            </a:r>
          </a:p>
          <a:p>
            <a:pPr lvl="1"/>
            <a:r>
              <a:rPr lang="en-US"/>
              <a:t>Audio (spoken commands, sound samples)</a:t>
            </a:r>
          </a:p>
          <a:p>
            <a:pPr lvl="1"/>
            <a:r>
              <a:rPr lang="en-US"/>
              <a:t>Other data (structured inputs, video, code snippets, etc.)</a:t>
            </a:r>
          </a:p>
          <a:p>
            <a:pPr lvl="1"/>
            <a:endParaRPr lang="en-US"/>
          </a:p>
          <a:p>
            <a:pPr marL="0" indent="0">
              <a:buNone/>
            </a:pPr>
            <a:r>
              <a:rPr lang="en-US" b="1"/>
              <a:t>Key takeaway</a:t>
            </a:r>
            <a:r>
              <a:rPr lang="en-US"/>
              <a:t>:</a:t>
            </a:r>
          </a:p>
          <a:p>
            <a:pPr marL="0" indent="0">
              <a:buNone/>
            </a:pPr>
            <a:br>
              <a:rPr lang="en-US"/>
            </a:br>
            <a:r>
              <a:rPr lang="en-US"/>
              <a:t>A </a:t>
            </a:r>
            <a:r>
              <a:rPr lang="en-US" b="1"/>
              <a:t>prompt</a:t>
            </a:r>
            <a:r>
              <a:rPr lang="en-US"/>
              <a:t> is now any </a:t>
            </a:r>
            <a:r>
              <a:rPr lang="en-US" i="1"/>
              <a:t>input</a:t>
            </a:r>
            <a:r>
              <a:rPr lang="en-US"/>
              <a:t>—text, image, audio, or a mix—that guides a generative AI model to produce an output.</a:t>
            </a:r>
          </a:p>
        </p:txBody>
      </p:sp>
    </p:spTree>
    <p:extLst>
      <p:ext uri="{BB962C8B-B14F-4D97-AF65-F5344CB8AC3E}">
        <p14:creationId xmlns:p14="http://schemas.microsoft.com/office/powerpoint/2010/main" val="116603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4ECE9-BC8E-1C8A-75F6-D2BA5106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Prompting for Programmers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893B-8360-9369-133E-10EE01CAC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/>
              <a:t>Writing prompts that help AI generate </a:t>
            </a:r>
            <a:r>
              <a:rPr lang="en-IE" b="1"/>
              <a:t>code.</a:t>
            </a:r>
          </a:p>
          <a:p>
            <a:r>
              <a:rPr lang="en-IE"/>
              <a:t>Also used for: debugging, explanations, documentation, code completion, learning new APIs</a:t>
            </a:r>
          </a:p>
          <a:p>
            <a:r>
              <a:rPr lang="en-IE"/>
              <a:t>Prompts for programming task are mainly in the form of text based natural language. You make also paste in images or speak to the model. </a:t>
            </a:r>
          </a:p>
          <a:p>
            <a:endParaRPr lang="en-IE"/>
          </a:p>
          <a:p>
            <a:r>
              <a:rPr lang="en-IE" b="1"/>
              <a:t>Prompt Engineering</a:t>
            </a:r>
            <a:r>
              <a:rPr lang="en-IE"/>
              <a:t> = the discipline of </a:t>
            </a:r>
            <a:r>
              <a:rPr lang="en-IE" b="1"/>
              <a:t>crafting prompts</a:t>
            </a:r>
            <a:r>
              <a:rPr lang="en-IE"/>
              <a:t> to achieve specific results</a:t>
            </a:r>
          </a:p>
          <a:p>
            <a:pPr lvl="1"/>
            <a:r>
              <a:rPr lang="en-US" b="1"/>
              <a:t>Bad prompt</a:t>
            </a:r>
            <a:r>
              <a:rPr lang="en-US"/>
              <a:t>: “Write a Python function” → unclear, random, unhelpful output</a:t>
            </a:r>
          </a:p>
          <a:p>
            <a:pPr lvl="1"/>
            <a:r>
              <a:rPr lang="en-US" b="1"/>
              <a:t>Good prompt</a:t>
            </a:r>
            <a:r>
              <a:rPr lang="en-US"/>
              <a:t>: “Write a Python function called </a:t>
            </a:r>
            <a:r>
              <a:rPr lang="en-US" b="1" i="1" err="1"/>
              <a:t>add_numbers</a:t>
            </a:r>
            <a:r>
              <a:rPr lang="en-US"/>
              <a:t> that takes two numbers and returns their sum. Include an example.”</a:t>
            </a:r>
          </a:p>
          <a:p>
            <a:pPr marL="0" indent="0">
              <a:buNone/>
            </a:pPr>
            <a:r>
              <a:rPr lang="en-US" b="1"/>
              <a:t>Takeaway</a:t>
            </a:r>
            <a:r>
              <a:rPr lang="en-US"/>
              <a:t>: Clear prompts = better results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764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2F63-E9C3-C0C4-09D5-F7EB791CD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Large Language Mode (LLM)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929E1-DB7C-4A03-1383-EBC22410D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en-US" sz="2200"/>
              <a:t>A Large Language Model (LLM) is a large mathematical system trained on vast amounts of text data.</a:t>
            </a:r>
          </a:p>
          <a:p>
            <a:r>
              <a:rPr lang="en-US" sz="2200"/>
              <a:t>It learns the statistical patterns of language, enabling it to generate, complete, or transform text.</a:t>
            </a:r>
          </a:p>
          <a:p>
            <a:r>
              <a:rPr lang="en-US" sz="2200"/>
              <a:t>LLMs work by predicting the next most likely token (a piece of a word) given the previous tokens.</a:t>
            </a:r>
          </a:p>
          <a:p>
            <a:r>
              <a:rPr lang="en-US"/>
              <a:t>They can:</a:t>
            </a:r>
          </a:p>
          <a:p>
            <a:pPr lvl="1"/>
            <a:r>
              <a:rPr lang="en-US"/>
              <a:t>Answer questions</a:t>
            </a:r>
          </a:p>
          <a:p>
            <a:pPr lvl="1"/>
            <a:r>
              <a:rPr lang="en-US"/>
              <a:t>Write essays</a:t>
            </a:r>
          </a:p>
          <a:p>
            <a:pPr lvl="1"/>
            <a:r>
              <a:rPr lang="en-US"/>
              <a:t>Code</a:t>
            </a:r>
          </a:p>
          <a:p>
            <a:pPr lvl="1"/>
            <a:r>
              <a:rPr lang="en-US"/>
              <a:t>Summarize documents</a:t>
            </a:r>
          </a:p>
          <a:p>
            <a:r>
              <a:rPr lang="en-IE"/>
              <a:t>Different models = different </a:t>
            </a:r>
            <a:r>
              <a:rPr lang="en-IE" b="1"/>
              <a:t>capabilities</a:t>
            </a:r>
            <a:endParaRPr lang="en-IE"/>
          </a:p>
          <a:p>
            <a:r>
              <a:rPr lang="en-IE"/>
              <a:t>Vary in:</a:t>
            </a:r>
          </a:p>
          <a:p>
            <a:pPr lvl="1"/>
            <a:r>
              <a:rPr lang="en-IE" b="1"/>
              <a:t>Size</a:t>
            </a:r>
            <a:r>
              <a:rPr lang="en-IE"/>
              <a:t> (parameters, training data)</a:t>
            </a:r>
          </a:p>
          <a:p>
            <a:pPr lvl="1"/>
            <a:r>
              <a:rPr lang="en-IE" b="1"/>
              <a:t>Modalities</a:t>
            </a:r>
            <a:r>
              <a:rPr lang="en-IE"/>
              <a:t> (text, images, audio, etc.)</a:t>
            </a:r>
          </a:p>
          <a:p>
            <a:pPr lvl="1"/>
            <a:r>
              <a:rPr lang="en-IE" b="1"/>
              <a:t>Context window length</a:t>
            </a:r>
            <a:endParaRPr lang="en-IE"/>
          </a:p>
          <a:p>
            <a:r>
              <a:rPr lang="en-IE"/>
              <a:t>Prompting style may change depending on the model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4D3B8-C7EB-07B1-2B69-425261A8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058737"/>
            <a:ext cx="5048955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8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DD72-7B0B-1EB0-15D3-68DB5C95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Large Language Models</a:t>
            </a:r>
            <a:endParaRPr lang="en-IE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493106-F6F5-AE92-23DB-0654B75D7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652850"/>
              </p:ext>
            </p:extLst>
          </p:nvPr>
        </p:nvGraphicFramePr>
        <p:xfrm>
          <a:off x="1190445" y="1690688"/>
          <a:ext cx="9811474" cy="43981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270248">
                  <a:extLst>
                    <a:ext uri="{9D8B030D-6E8A-4147-A177-3AD203B41FA5}">
                      <a16:colId xmlns:a16="http://schemas.microsoft.com/office/drawing/2014/main" val="1393416688"/>
                    </a:ext>
                  </a:extLst>
                </a:gridCol>
                <a:gridCol w="3270613">
                  <a:extLst>
                    <a:ext uri="{9D8B030D-6E8A-4147-A177-3AD203B41FA5}">
                      <a16:colId xmlns:a16="http://schemas.microsoft.com/office/drawing/2014/main" val="286637449"/>
                    </a:ext>
                  </a:extLst>
                </a:gridCol>
                <a:gridCol w="3270613">
                  <a:extLst>
                    <a:ext uri="{9D8B030D-6E8A-4147-A177-3AD203B41FA5}">
                      <a16:colId xmlns:a16="http://schemas.microsoft.com/office/drawing/2014/main" val="2681132464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700" b="1"/>
                        <a:t>Model</a:t>
                      </a:r>
                      <a:endParaRPr lang="en-IE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700" b="1"/>
                        <a:t>Strengths</a:t>
                      </a:r>
                      <a:endParaRPr lang="en-IE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700" b="1"/>
                        <a:t>Killer Use Cases</a:t>
                      </a:r>
                      <a:endParaRPr lang="en-IE" sz="1700"/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984309206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700" b="1"/>
                        <a:t>GPT-5 / GPT-4.1 (OpenAI)</a:t>
                      </a:r>
                      <a:endParaRPr lang="en-IE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Strong reasoning, coding, instruction-following, multimodal (text + image)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Code generation, tutoring, text-to-image reasoning, long context tasks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519444640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700" b="1"/>
                        <a:t>Claude (Anthropic)</a:t>
                      </a:r>
                      <a:endParaRPr lang="en-IE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Safe, reliable, consistent text, long context windows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Document analysis, summarization, safe enterprise use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400803736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700" b="1"/>
                        <a:t>LLaMA (Meta, open source)</a:t>
                      </a:r>
                      <a:endParaRPr lang="en-IE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Open source, customizable, efficient on smaller hardware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Fine-tuning for specific domains, research, private deployments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50447395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700" b="1"/>
                        <a:t>Mistral / Mixtral</a:t>
                      </a:r>
                      <a:endParaRPr lang="en-IE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Very fast, optimized inference, strong open-source ecosystem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Lightweight chatbots, embedding models, scalable open-source apps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068281958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700" b="1"/>
                        <a:t>Gemini (Google DeepMind)</a:t>
                      </a:r>
                      <a:endParaRPr lang="en-IE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Multimodal (text, image, audio, video), integrated with Google ecosystem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Multimodal tasks, search integration, productivity tools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635922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139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4069-5243-AFF4-8A54-41F6C228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Tokens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94CD2-A654-D419-5006-89BF1387A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92399" cy="4351338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A token is a chunk of text (can be a word, part of a word, or punctuation) </a:t>
            </a:r>
          </a:p>
          <a:p>
            <a:pPr lvl="1"/>
            <a:r>
              <a:rPr lang="en-US"/>
              <a:t>Example: “Programming” → “Pro” + “gram” + “ming”</a:t>
            </a:r>
          </a:p>
          <a:p>
            <a:r>
              <a:rPr lang="en-US"/>
              <a:t>A token is the unit a model </a:t>
            </a:r>
            <a:r>
              <a:rPr lang="en-US" i="1"/>
              <a:t>actually</a:t>
            </a:r>
            <a:r>
              <a:rPr lang="en-US"/>
              <a:t> reads and writes</a:t>
            </a:r>
          </a:p>
          <a:p>
            <a:r>
              <a:rPr lang="en-US"/>
              <a:t>Tokens turn messy, variable-length text into a tidy sequence of discrete units (indices) that neural networks can work with efficiently</a:t>
            </a:r>
          </a:p>
          <a:p>
            <a:r>
              <a:rPr lang="en-US" b="1"/>
              <a:t>Tokenization </a:t>
            </a:r>
            <a:r>
              <a:rPr lang="en-US"/>
              <a:t>is the process of turning words into tokens</a:t>
            </a:r>
            <a:endParaRPr lang="en-US" b="1"/>
          </a:p>
          <a:p>
            <a:r>
              <a:rPr lang="en-US" b="1"/>
              <a:t>Detokenization</a:t>
            </a:r>
            <a:r>
              <a:rPr lang="en-US"/>
              <a:t> is taking the model’s output tokens and converting them back into readable text.</a:t>
            </a:r>
          </a:p>
          <a:p>
            <a:r>
              <a:rPr lang="en-US"/>
              <a:t>Model cost and limits are based on number of tokens</a:t>
            </a:r>
          </a:p>
          <a:p>
            <a:r>
              <a:rPr lang="en-US">
                <a:hlinkClick r:id="rId2"/>
              </a:rPr>
              <a:t>The Tokenizer Playground - a Hugging Face Space by </a:t>
            </a:r>
            <a:r>
              <a:rPr lang="en-US" err="1">
                <a:hlinkClick r:id="rId2"/>
              </a:rPr>
              <a:t>Xenova</a:t>
            </a:r>
            <a:endParaRPr lang="en-I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156CAA-2876-9FD2-DAEC-33E357FB9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599" y="104311"/>
            <a:ext cx="4277322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4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67EC8-BFA9-11A8-BCBB-F6FACA1E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53650-91F6-C742-2BDC-81E80F018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63114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The maximum number of tokens the model can “see” at once</a:t>
            </a:r>
          </a:p>
          <a:p>
            <a:r>
              <a:rPr lang="en-US"/>
              <a:t>Think of it as the model’s short-term memory — everything inside the window can influence the answer, anything outside it can’t.</a:t>
            </a:r>
          </a:p>
          <a:p>
            <a:r>
              <a:rPr lang="en-US"/>
              <a:t>Includes both </a:t>
            </a:r>
            <a:r>
              <a:rPr lang="en-US" b="1"/>
              <a:t>prompt + response</a:t>
            </a:r>
            <a:endParaRPr lang="en-US"/>
          </a:p>
          <a:p>
            <a:r>
              <a:rPr lang="en-US"/>
              <a:t>If the window is exceeded, </a:t>
            </a:r>
            <a:r>
              <a:rPr lang="en-US" b="1"/>
              <a:t>older tokens are dropped</a:t>
            </a:r>
            <a:endParaRPr lang="en-US"/>
          </a:p>
          <a:p>
            <a:r>
              <a:rPr lang="en-US"/>
              <a:t>Larger windows = more context the model can handle (FYI: King James Bible has about </a:t>
            </a:r>
            <a:r>
              <a:rPr lang="en-US" b="1"/>
              <a:t>1 million </a:t>
            </a:r>
            <a:r>
              <a:rPr lang="en-US"/>
              <a:t>tokens)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590CA-8756-952B-EA64-B9A1DCC5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925" y="1153974"/>
            <a:ext cx="5730296" cy="455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F9E6-39AD-68DD-C2BD-09A7B974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Neural Network?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E657D-D2A8-E612-EDFF-1D4AB4DB9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0213" cy="4351338"/>
          </a:xfrm>
        </p:spPr>
        <p:txBody>
          <a:bodyPr>
            <a:normAutofit fontScale="62500" lnSpcReduction="20000"/>
          </a:bodyPr>
          <a:lstStyle/>
          <a:p>
            <a:r>
              <a:rPr lang="en-US"/>
              <a:t>Inspired by the </a:t>
            </a:r>
            <a:r>
              <a:rPr lang="en-US" b="1"/>
              <a:t>structure of the human brain</a:t>
            </a:r>
            <a:endParaRPr lang="en-US"/>
          </a:p>
          <a:p>
            <a:r>
              <a:rPr lang="en-US"/>
              <a:t>Made up of </a:t>
            </a:r>
            <a:r>
              <a:rPr lang="en-US" b="1"/>
              <a:t>artificial neurons</a:t>
            </a:r>
            <a:r>
              <a:rPr lang="en-US"/>
              <a:t> (mathematical units) arranged in layers</a:t>
            </a:r>
          </a:p>
          <a:p>
            <a:r>
              <a:rPr lang="en-US"/>
              <a:t>Each neuron receives inputs, applies a weight, and passes on an output</a:t>
            </a:r>
          </a:p>
          <a:p>
            <a:r>
              <a:rPr lang="en-US"/>
              <a:t>Learns by adjusting the </a:t>
            </a:r>
            <a:r>
              <a:rPr lang="en-US" b="1"/>
              <a:t>weights</a:t>
            </a:r>
            <a:r>
              <a:rPr lang="en-US"/>
              <a:t> during training (like strengthening/weakening brain connections)</a:t>
            </a:r>
          </a:p>
          <a:p>
            <a:r>
              <a:rPr lang="en-US"/>
              <a:t>But: it’s a </a:t>
            </a:r>
            <a:r>
              <a:rPr lang="en-US" b="1"/>
              <a:t>very simplified model</a:t>
            </a:r>
            <a:r>
              <a:rPr lang="en-US"/>
              <a:t> — it captures the </a:t>
            </a:r>
            <a:r>
              <a:rPr lang="en-US" i="1"/>
              <a:t>idea</a:t>
            </a:r>
            <a:r>
              <a:rPr lang="en-US"/>
              <a:t> of neurons and connections, not real biology</a:t>
            </a:r>
          </a:p>
          <a:p>
            <a:endParaRPr lang="en-US"/>
          </a:p>
          <a:p>
            <a:pPr marL="0" indent="0">
              <a:buNone/>
            </a:pPr>
            <a:r>
              <a:rPr lang="en-US" b="1"/>
              <a:t>Key point:</a:t>
            </a:r>
            <a:br>
              <a:rPr lang="en-US"/>
            </a:br>
            <a:r>
              <a:rPr lang="en-US"/>
              <a:t>A neural network is a </a:t>
            </a:r>
            <a:r>
              <a:rPr lang="en-US" b="1"/>
              <a:t>mathematical abstraction</a:t>
            </a:r>
            <a:r>
              <a:rPr lang="en-US"/>
              <a:t>, loosely inspired by the brain, but not a faithful replica.</a:t>
            </a:r>
          </a:p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B1D8D-B150-9A69-A40C-F10106D8D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413" y="1690688"/>
            <a:ext cx="6057298" cy="420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4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EDC55-21D1-19F8-2928-3950392D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Parameters &amp; Weights in Neural Networks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48CFC-0F0A-7E1A-6AFB-60A4C49A9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Parameters</a:t>
            </a:r>
            <a:r>
              <a:rPr lang="en-US"/>
              <a:t> = the internal values a model learns during training</a:t>
            </a:r>
          </a:p>
          <a:p>
            <a:r>
              <a:rPr lang="en-US"/>
              <a:t>In neural networks, most parameters are </a:t>
            </a:r>
            <a:r>
              <a:rPr lang="en-US" b="1"/>
              <a:t>weights</a:t>
            </a:r>
            <a:r>
              <a:rPr lang="en-US"/>
              <a:t> and </a:t>
            </a:r>
            <a:r>
              <a:rPr lang="en-US" b="1"/>
              <a:t>biases</a:t>
            </a:r>
            <a:endParaRPr lang="en-US"/>
          </a:p>
          <a:p>
            <a:r>
              <a:rPr lang="en-US" b="1"/>
              <a:t>Weights</a:t>
            </a:r>
            <a:r>
              <a:rPr lang="en-US"/>
              <a:t>: numbers that scale the strength of a connection between two neurons</a:t>
            </a:r>
          </a:p>
          <a:p>
            <a:r>
              <a:rPr lang="en-US" b="1"/>
              <a:t>Biases</a:t>
            </a:r>
            <a:r>
              <a:rPr lang="en-US"/>
              <a:t>: extra values that shift outputs, allowing flexibility</a:t>
            </a:r>
          </a:p>
          <a:p>
            <a:r>
              <a:rPr lang="en-US"/>
              <a:t>During training, the model adjusts weights and biases to reduce error → “learning”</a:t>
            </a:r>
          </a:p>
          <a:p>
            <a:pPr marL="0" indent="0">
              <a:buNone/>
            </a:pPr>
            <a:r>
              <a:rPr lang="en-US" b="1"/>
              <a:t>Key point:</a:t>
            </a:r>
            <a:br>
              <a:rPr lang="en-US"/>
            </a:br>
            <a:r>
              <a:rPr lang="en-US"/>
              <a:t>Parameters (weights + biases) are what the network </a:t>
            </a:r>
            <a:r>
              <a:rPr lang="en-US" i="1"/>
              <a:t>learns</a:t>
            </a:r>
            <a:r>
              <a:rPr lang="en-US"/>
              <a:t> from data.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477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3079-2B8C-D0D5-A5CA-3E34D798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Weights record patterns from training data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346FE-E3AB-A178-0DC3-884A00746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During training, the model sees </a:t>
            </a:r>
            <a:r>
              <a:rPr lang="en-US" b="1"/>
              <a:t>many examples</a:t>
            </a:r>
            <a:r>
              <a:rPr lang="en-US"/>
              <a:t> (text, code, images, etc.)</a:t>
            </a:r>
          </a:p>
          <a:p>
            <a:r>
              <a:rPr lang="en-US"/>
              <a:t>Each example adjusts the </a:t>
            </a:r>
            <a:r>
              <a:rPr lang="en-US" b="1"/>
              <a:t>weights</a:t>
            </a:r>
            <a:r>
              <a:rPr lang="en-US"/>
              <a:t> slightly, using a process called </a:t>
            </a:r>
            <a:r>
              <a:rPr lang="en-US" i="1"/>
              <a:t>backpropagation</a:t>
            </a:r>
            <a:endParaRPr lang="en-US"/>
          </a:p>
          <a:p>
            <a:r>
              <a:rPr lang="en-US"/>
              <a:t>Over time, weights get tuned to reflect </a:t>
            </a:r>
            <a:r>
              <a:rPr lang="en-US" b="1"/>
              <a:t>statistical regularities</a:t>
            </a:r>
            <a:r>
              <a:rPr lang="en-US"/>
              <a:t> in the data</a:t>
            </a:r>
          </a:p>
          <a:p>
            <a:r>
              <a:rPr lang="en-US"/>
              <a:t>Example:</a:t>
            </a:r>
          </a:p>
          <a:p>
            <a:pPr lvl="1"/>
            <a:r>
              <a:rPr lang="en-US"/>
              <a:t>If “dog” often appears near “bark,” connections between those tokens get stronger</a:t>
            </a:r>
          </a:p>
          <a:p>
            <a:pPr lvl="1"/>
            <a:r>
              <a:rPr lang="en-US"/>
              <a:t>The weight values store this association</a:t>
            </a:r>
          </a:p>
          <a:p>
            <a:r>
              <a:rPr lang="en-US"/>
              <a:t>The final set of weights = a </a:t>
            </a:r>
            <a:r>
              <a:rPr lang="en-US" b="1"/>
              <a:t>mathematical memory</a:t>
            </a:r>
            <a:r>
              <a:rPr lang="en-US"/>
              <a:t> of patterns learned from data</a:t>
            </a:r>
          </a:p>
          <a:p>
            <a:pPr marL="0" indent="0">
              <a:buNone/>
            </a:pPr>
            <a:r>
              <a:rPr lang="en-US" b="1"/>
              <a:t>Key point:</a:t>
            </a:r>
            <a:br>
              <a:rPr lang="en-US"/>
            </a:br>
            <a:r>
              <a:rPr lang="en-US"/>
              <a:t>Weights don’t “store facts” directly — they encode the </a:t>
            </a:r>
            <a:r>
              <a:rPr lang="en-US" b="1"/>
              <a:t>probabilities and relationships</a:t>
            </a:r>
            <a:r>
              <a:rPr lang="en-US"/>
              <a:t> that the model has learned.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3651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2987-078D-1BE7-EA39-04C45843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How Prompts Shape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1EC56-752D-2C76-EA03-2D995622C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5350" cy="4351338"/>
          </a:xfrm>
        </p:spPr>
        <p:txBody>
          <a:bodyPr>
            <a:normAutofit/>
          </a:bodyPr>
          <a:lstStyle/>
          <a:p>
            <a:r>
              <a:rPr lang="en-IE"/>
              <a:t>AI generates code based on patterns it has seen</a:t>
            </a:r>
          </a:p>
          <a:p>
            <a:r>
              <a:rPr lang="en-IE"/>
              <a:t>Vague prompts = too many possibilities → errors &amp; hallucinations</a:t>
            </a:r>
          </a:p>
          <a:p>
            <a:r>
              <a:rPr lang="en-IE"/>
              <a:t>Good prompts = narrowed focus → useful results</a:t>
            </a:r>
          </a:p>
          <a:p>
            <a:r>
              <a:rPr lang="en-IE"/>
              <a:t>Analogy: “Go to the city” vs. “Go to 221B Baker Street”</a:t>
            </a:r>
          </a:p>
          <a:p>
            <a:pPr marL="0" indent="0">
              <a:buNone/>
            </a:pPr>
            <a:endParaRPr lang="en-IE"/>
          </a:p>
          <a:p>
            <a:pPr marL="0" indent="0">
              <a:buNone/>
            </a:pPr>
            <a:endParaRPr lang="en-IE"/>
          </a:p>
          <a:p>
            <a:pPr marL="0" indent="0">
              <a:buNone/>
            </a:pPr>
            <a:endParaRPr lang="en-IE"/>
          </a:p>
        </p:txBody>
      </p:sp>
      <p:pic>
        <p:nvPicPr>
          <p:cNvPr id="4" name="Picture 3" descr="A green rectangular object with white text&#10;&#10;AI-generated content may be incorrect.">
            <a:extLst>
              <a:ext uri="{FF2B5EF4-FFF2-40B4-BE49-F238E27FC236}">
                <a16:creationId xmlns:a16="http://schemas.microsoft.com/office/drawing/2014/main" id="{1FEF3F97-232E-B927-ADE3-9207FC486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0" y="2917775"/>
            <a:ext cx="6496050" cy="215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1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6E151-B230-1B79-B7EE-B2FB2FC5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Steps to Better Prompts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748C5-5F08-C4E3-6995-D70FD60BF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Define what you want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Specify the language or tool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Give an example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State how it should look</a:t>
            </a:r>
          </a:p>
          <a:p>
            <a:pPr marL="514350" indent="-514350">
              <a:buAutoNum type="arabicPeriod"/>
            </a:pPr>
            <a:endParaRPr lang="en-US"/>
          </a:p>
          <a:p>
            <a:r>
              <a:rPr lang="en-US"/>
              <a:t>Following these steps makes AI help reproducible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9430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1F36-4B6C-D83B-4071-1258D49D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Recipe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A8FD5-890A-1833-42AE-57E9266E5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❌ Bad: “Make a calculator” → too vague</a:t>
            </a:r>
          </a:p>
          <a:p>
            <a:endParaRPr lang="en-US"/>
          </a:p>
          <a:p>
            <a:r>
              <a:rPr lang="en-US"/>
              <a:t>✅ Good: “Create a Python function called calculate that can add, subtract, multiply, and divide two numbers. For example: calculate(5, 3, '+') → 8. Return result as a number.”</a:t>
            </a:r>
          </a:p>
          <a:p>
            <a:endParaRPr lang="en-US"/>
          </a:p>
          <a:p>
            <a:r>
              <a:rPr lang="en-US"/>
              <a:t>Takeaway: Clear, specific prompts yield better results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2008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78BE1-ACC1-1750-A6C8-596AF84D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Why Constraints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E5666-A396-E227-A01D-0EB098C55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Constraints = rules/boundaries for AI output</a:t>
            </a:r>
          </a:p>
          <a:p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Keep solutions within project requirements</a:t>
            </a:r>
          </a:p>
          <a:p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Examples:</a:t>
            </a:r>
          </a:p>
          <a:p>
            <a:pPr marL="742950" lvl="1" indent="-285750"/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Tech stack: Python 3.11, Node 20</a:t>
            </a:r>
          </a:p>
          <a:p>
            <a:pPr marL="742950" lvl="1" indent="-285750"/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Code style: </a:t>
            </a:r>
            <a:r>
              <a:rPr lang="en-IE" b="0" i="0" err="1">
                <a:solidFill>
                  <a:srgbClr val="0D0D0D"/>
                </a:solidFill>
                <a:effectLst/>
                <a:latin typeface="ui-sans-serif"/>
              </a:rPr>
              <a:t>ESLint</a:t>
            </a:r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, Prettier</a:t>
            </a:r>
          </a:p>
          <a:p>
            <a:pPr marL="742950" lvl="1" indent="-285750"/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Performance: &lt;200ms response time</a:t>
            </a:r>
          </a:p>
          <a:p>
            <a:pPr marL="742950" lvl="1" indent="-285750"/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Security: no eval(), validate all inputs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02075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0C178-CBD5-0089-0718-91CA21D0E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Preventing Scope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F264-B22C-4FE5-EF8D-FB926C2D7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Non-goals = what AI </a:t>
            </a: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should not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 change</a:t>
            </a:r>
          </a:p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Protects against “helpful” but harmful changes</a:t>
            </a:r>
          </a:p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Examples:</a:t>
            </a:r>
          </a:p>
          <a:p>
            <a:pPr marL="742950" lvl="1" indent="-285750"/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❌ No DB schema changes</a:t>
            </a:r>
          </a:p>
          <a:p>
            <a:pPr marL="742950" lvl="1" indent="-285750"/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❌ No new dependencies</a:t>
            </a:r>
          </a:p>
          <a:p>
            <a:pPr marL="742950" lvl="1" indent="-285750"/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❌ No UI modifications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05982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2D4A-84A5-F835-8FAE-E5BD77162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Professional Prompting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16BF4-0AB8-4BD2-420F-3E9B3E60F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⭐ </a:t>
            </a:r>
            <a:r>
              <a:rPr lang="en-IE" b="1" i="0">
                <a:solidFill>
                  <a:srgbClr val="0D0D0D"/>
                </a:solidFill>
                <a:effectLst/>
                <a:latin typeface="ui-sans-serif"/>
              </a:rPr>
              <a:t>STAR</a:t>
            </a:r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: Situation, Task, Action, Result</a:t>
            </a:r>
          </a:p>
          <a:p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🎯 </a:t>
            </a:r>
            <a:r>
              <a:rPr lang="en-IE" b="1" i="0">
                <a:solidFill>
                  <a:srgbClr val="0D0D0D"/>
                </a:solidFill>
                <a:effectLst/>
                <a:latin typeface="ui-sans-serif"/>
              </a:rPr>
              <a:t>CLEAR</a:t>
            </a:r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: Context, Length, Examples, Audience, Role</a:t>
            </a:r>
          </a:p>
          <a:p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🚀 </a:t>
            </a:r>
            <a:r>
              <a:rPr lang="en-IE" b="1" i="0">
                <a:solidFill>
                  <a:srgbClr val="0D0D0D"/>
                </a:solidFill>
                <a:effectLst/>
                <a:latin typeface="ui-sans-serif"/>
              </a:rPr>
              <a:t>CREATE</a:t>
            </a:r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: Character, Request, Examples, Adjustments, Type, Extras</a:t>
            </a:r>
          </a:p>
          <a:p>
            <a:r>
              <a:rPr lang="en-IE" b="1" i="0">
                <a:solidFill>
                  <a:srgbClr val="0D0D0D"/>
                </a:solidFill>
                <a:effectLst/>
                <a:latin typeface="ui-sans-serif"/>
              </a:rPr>
              <a:t>SPEC</a:t>
            </a:r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: Specific goal, Language/Tool, Example, Constraintslecture3-prompting-for-programm…</a:t>
            </a:r>
          </a:p>
          <a:p>
            <a:r>
              <a:rPr lang="en-IE" b="1" i="0">
                <a:solidFill>
                  <a:srgbClr val="0D0D0D"/>
                </a:solidFill>
                <a:effectLst/>
                <a:latin typeface="ui-sans-serif"/>
              </a:rPr>
              <a:t>Tip:</a:t>
            </a:r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 Pick one framework and stick with it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5581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1A88-34BE-DE4B-240C-08D921D93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Advanced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7DE5-55DC-4AA9-6B8B-AA15C1557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Persona Pattern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: “Act as a senior Python developer and security expert” → more relevant insights</a:t>
            </a:r>
          </a:p>
          <a:p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Chain-of-Thought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: “Think step by step, show your reasoning” → transparent answers</a:t>
            </a:r>
          </a:p>
          <a:p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Few-Shot Prompting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: Provide examples → AI mimics style/output format</a:t>
            </a:r>
          </a:p>
          <a:p>
            <a:pPr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ui-sans-serif"/>
              </a:rPr>
            </a:b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19877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898-16FD-79B9-A4C4-18A39676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0" i="0">
                <a:solidFill>
                  <a:srgbClr val="0D0D0D"/>
                </a:solidFill>
                <a:effectLst/>
                <a:latin typeface="ui-sans-serif"/>
              </a:rPr>
              <a:t>Prompting in Real Projects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2376F-0978-C9B3-2235-EEB0A4E7F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Clarifying Questions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: confirm goals, constraints, deadlines before coding</a:t>
            </a:r>
          </a:p>
          <a:p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Tests-First Prompting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: write tests first, ask AI to only generate code to pass them</a:t>
            </a:r>
          </a:p>
          <a:p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Patch/Diff Style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: ask for diffs, not full files → easier review</a:t>
            </a:r>
          </a:p>
          <a:p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Repo Context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: give file paths &amp; rules so outputs align with project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20541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293A-C4B3-2AF7-9149-74C9219F7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AI Limitations &amp; Gotchas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1FA8-E94E-0C12-285B-6670609A5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🚫 No real-time data, no full project context</a:t>
            </a:r>
          </a:p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⚠️ Can hallucinate APIs, miss edge cases, suggest insecure patterns</a:t>
            </a:r>
          </a:p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✅ Your defense:</a:t>
            </a:r>
          </a:p>
          <a:p>
            <a:pPr marL="742950" lvl="1" indent="-285750"/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Always test the code</a:t>
            </a:r>
          </a:p>
          <a:p>
            <a:pPr marL="742950" lvl="1" indent="-285750"/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Ask for explanations</a:t>
            </a:r>
          </a:p>
          <a:p>
            <a:pPr marL="742950" lvl="1" indent="-285750"/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Cross-check docs</a:t>
            </a:r>
          </a:p>
          <a:p>
            <a:pPr marL="742950" lvl="1" indent="-285750"/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Start simple, add complexity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0996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6944-1B0E-87E3-9135-EFD9788BA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Wrap Up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E6023-6924-FC66-CB52-245917E7E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A </a:t>
            </a: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prompt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 is an input (text, code, image, audio, etc.) that guides a model to produce output.</a:t>
            </a:r>
          </a:p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LLMs are </a:t>
            </a: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large neural networks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 trained on vast text + code, using tokens and context windows.</a:t>
            </a:r>
          </a:p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Prompts </a:t>
            </a: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shape output quality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: clear, specific prompts lead to better results.</a:t>
            </a:r>
          </a:p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Use </a:t>
            </a: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recipes, frameworks, and constraints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 to write effective prompts for programming.</a:t>
            </a:r>
          </a:p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Advanced methods (persona, chain-of-thought, few-shot) unlock more control.</a:t>
            </a:r>
          </a:p>
          <a:p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Always remember </a:t>
            </a: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AI limitations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: test, verify, and stay in charge as the programmer.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167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DAB3-25E3-DB1F-6D3B-7B915566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Practice: Write Your Own Prompt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3774-F5CB-8371-2552-2D6081C00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Task:</a:t>
            </a:r>
            <a:br>
              <a:rPr lang="en-US" b="0" i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Write a prompt for AI to generate a simple Python program that greets a user.</a:t>
            </a:r>
          </a:p>
          <a:p>
            <a:pPr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Hints (use the 4-step recipe):</a:t>
            </a:r>
            <a:endParaRPr lang="en-US" b="0" i="0">
              <a:solidFill>
                <a:srgbClr val="0D0D0D"/>
              </a:solidFill>
              <a:effectLst/>
              <a:latin typeface="ui-sans-serif"/>
            </a:endParaRPr>
          </a:p>
          <a:p>
            <a:pPr>
              <a:buFont typeface="+mj-lt"/>
              <a:buAutoNum type="arabicPeriod"/>
            </a:pP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What do you want?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 (a greeting program)</a:t>
            </a:r>
          </a:p>
          <a:p>
            <a:pPr>
              <a:buFont typeface="+mj-lt"/>
              <a:buAutoNum type="arabicPeriod"/>
            </a:pP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What language/tool?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 (Python)</a:t>
            </a:r>
          </a:p>
          <a:p>
            <a:pPr>
              <a:buFont typeface="+mj-lt"/>
              <a:buAutoNum type="arabicPeriod"/>
            </a:pP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Give an example:</a:t>
            </a:r>
            <a:endParaRPr lang="en-US" b="0" i="0">
              <a:solidFill>
                <a:srgbClr val="0D0D0D"/>
              </a:solidFill>
              <a:effectLst/>
              <a:latin typeface="ui-sans-serif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Input: "Alice" → Output: "Hello Alice!"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Input: "Bob" → Output: "Hello Bob!"</a:t>
            </a:r>
          </a:p>
          <a:p>
            <a:pPr>
              <a:buFont typeface="+mj-lt"/>
              <a:buAutoNum type="arabicPeriod"/>
            </a:pPr>
            <a:r>
              <a:rPr lang="en-US" b="1" i="0">
                <a:solidFill>
                  <a:srgbClr val="0D0D0D"/>
                </a:solidFill>
                <a:effectLst/>
                <a:latin typeface="ui-sans-serif"/>
              </a:rPr>
              <a:t>How should it look?</a:t>
            </a:r>
            <a:r>
              <a:rPr lang="en-US" b="0" i="0">
                <a:solidFill>
                  <a:srgbClr val="0D0D0D"/>
                </a:solidFill>
                <a:effectLst/>
                <a:latin typeface="ui-sans-serif"/>
              </a:rPr>
              <a:t> (simple, clear, commented code)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5747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6657D-70B6-A627-C88F-160A2E91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BDBA7-32B4-801A-12A4-1EA75F7D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>
                <a:hlinkClick r:id="rId2"/>
              </a:rPr>
              <a:t>https://www.promptingguide.ai/</a:t>
            </a:r>
            <a:endParaRPr lang="en-IE"/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6689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Prompting for Programmers</vt:lpstr>
      <vt:lpstr>Agenda</vt:lpstr>
      <vt:lpstr>What is a prompt?</vt:lpstr>
      <vt:lpstr>Prompting for Programmers</vt:lpstr>
      <vt:lpstr>Large Language Mode (LLM)</vt:lpstr>
      <vt:lpstr>Examples of Large Language Models</vt:lpstr>
      <vt:lpstr>Tokens</vt:lpstr>
      <vt:lpstr>Context Window</vt:lpstr>
      <vt:lpstr>What is a Neural Network?</vt:lpstr>
      <vt:lpstr>Parameters &amp; Weights in Neural Networks</vt:lpstr>
      <vt:lpstr>Weights record patterns from training data</vt:lpstr>
      <vt:lpstr>How Prompts Shape Output</vt:lpstr>
      <vt:lpstr>4 Steps to Better Prompts</vt:lpstr>
      <vt:lpstr>Recipe in Action</vt:lpstr>
      <vt:lpstr>Why Constraints Matter</vt:lpstr>
      <vt:lpstr>Preventing Scope Creep</vt:lpstr>
      <vt:lpstr>Professional Prompting Frameworks</vt:lpstr>
      <vt:lpstr>Advanced Techniques</vt:lpstr>
      <vt:lpstr>Prompting in Real Projects</vt:lpstr>
      <vt:lpstr>AI Limitations &amp; Gotchas</vt:lpstr>
      <vt:lpstr>Wrap Up</vt:lpstr>
      <vt:lpstr>Practice: Write Your Own Prompt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Cregg</dc:creator>
  <cp:revision>1</cp:revision>
  <dcterms:created xsi:type="dcterms:W3CDTF">2025-09-29T11:27:10Z</dcterms:created>
  <dcterms:modified xsi:type="dcterms:W3CDTF">2025-10-02T10:58:20Z</dcterms:modified>
</cp:coreProperties>
</file>