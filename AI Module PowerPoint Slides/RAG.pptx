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1" r:id="rId6"/>
    <p:sldId id="260" r:id="rId7"/>
    <p:sldId id="259" r:id="rId8"/>
    <p:sldId id="262" r:id="rId9"/>
    <p:sldId id="269" r:id="rId10"/>
    <p:sldId id="270" r:id="rId11"/>
    <p:sldId id="276" r:id="rId12"/>
    <p:sldId id="271" r:id="rId13"/>
    <p:sldId id="277" r:id="rId14"/>
    <p:sldId id="278" r:id="rId15"/>
    <p:sldId id="272" r:id="rId16"/>
    <p:sldId id="279" r:id="rId17"/>
    <p:sldId id="273" r:id="rId18"/>
    <p:sldId id="274" r:id="rId19"/>
    <p:sldId id="275" r:id="rId20"/>
    <p:sldId id="264" r:id="rId21"/>
    <p:sldId id="263" r:id="rId22"/>
    <p:sldId id="265" r:id="rId23"/>
    <p:sldId id="267" r:id="rId24"/>
    <p:sldId id="290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8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345A85-050C-473A-B216-33008CABADEC}">
          <p14:sldIdLst>
            <p14:sldId id="256"/>
            <p14:sldId id="257"/>
            <p14:sldId id="258"/>
            <p14:sldId id="266"/>
            <p14:sldId id="261"/>
            <p14:sldId id="260"/>
            <p14:sldId id="259"/>
            <p14:sldId id="262"/>
            <p14:sldId id="269"/>
            <p14:sldId id="270"/>
            <p14:sldId id="276"/>
            <p14:sldId id="271"/>
            <p14:sldId id="277"/>
            <p14:sldId id="278"/>
            <p14:sldId id="272"/>
            <p14:sldId id="279"/>
            <p14:sldId id="273"/>
            <p14:sldId id="274"/>
            <p14:sldId id="275"/>
            <p14:sldId id="264"/>
            <p14:sldId id="263"/>
            <p14:sldId id="265"/>
            <p14:sldId id="267"/>
            <p14:sldId id="290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9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0CA99-39F7-4BC8-8B40-DBF52B1036E4}" v="157" dt="2025-10-09T11:03:40.961"/>
    <p1510:client id="{1BE73BD0-EBB4-2540-7405-745F6C49B4FF}" v="2" dt="2025-10-09T10:32:49.442"/>
    <p1510:client id="{D075DB0D-196F-45D1-B2DF-D067401139BC}" v="90" dt="2025-10-08T14:03:06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Cregg" userId="a4417ebc-d1f9-4266-8a6c-2c7f21bbea7f" providerId="ADAL" clId="{D075DB0D-196F-45D1-B2DF-D067401139BC}"/>
    <pc:docChg chg="undo custSel addSld delSld modSld sldOrd">
      <pc:chgData name="Daniel Cregg" userId="a4417ebc-d1f9-4266-8a6c-2c7f21bbea7f" providerId="ADAL" clId="{D075DB0D-196F-45D1-B2DF-D067401139BC}" dt="2025-10-08T14:03:06.019" v="569" actId="1076"/>
      <pc:docMkLst>
        <pc:docMk/>
      </pc:docMkLst>
      <pc:sldChg chg="modSp new add del mod">
        <pc:chgData name="Daniel Cregg" userId="a4417ebc-d1f9-4266-8a6c-2c7f21bbea7f" providerId="ADAL" clId="{D075DB0D-196F-45D1-B2DF-D067401139BC}" dt="2025-10-07T22:23:06.257" v="357"/>
        <pc:sldMkLst>
          <pc:docMk/>
          <pc:sldMk cId="2522252875" sldId="256"/>
        </pc:sldMkLst>
        <pc:spChg chg="mod">
          <ac:chgData name="Daniel Cregg" userId="a4417ebc-d1f9-4266-8a6c-2c7f21bbea7f" providerId="ADAL" clId="{D075DB0D-196F-45D1-B2DF-D067401139BC}" dt="2025-10-05T21:39:19.054" v="57" actId="1076"/>
          <ac:spMkLst>
            <pc:docMk/>
            <pc:sldMk cId="2522252875" sldId="256"/>
            <ac:spMk id="2" creationId="{50A7425A-5B4D-083F-5D50-6B6B7F3A7687}"/>
          </ac:spMkLst>
        </pc:spChg>
        <pc:spChg chg="mod">
          <ac:chgData name="Daniel Cregg" userId="a4417ebc-d1f9-4266-8a6c-2c7f21bbea7f" providerId="ADAL" clId="{D075DB0D-196F-45D1-B2DF-D067401139BC}" dt="2025-10-05T21:39:22.139" v="58" actId="1076"/>
          <ac:spMkLst>
            <pc:docMk/>
            <pc:sldMk cId="2522252875" sldId="256"/>
            <ac:spMk id="3" creationId="{2B07D600-37B4-1A24-078F-B3590E4CF1E3}"/>
          </ac:spMkLst>
        </pc:spChg>
      </pc:sldChg>
      <pc:sldChg chg="modSp new add del mod modAnim">
        <pc:chgData name="Daniel Cregg" userId="a4417ebc-d1f9-4266-8a6c-2c7f21bbea7f" providerId="ADAL" clId="{D075DB0D-196F-45D1-B2DF-D067401139BC}" dt="2025-10-08T13:53:47.286" v="562"/>
        <pc:sldMkLst>
          <pc:docMk/>
          <pc:sldMk cId="2878145703" sldId="257"/>
        </pc:sldMkLst>
        <pc:spChg chg="mod">
          <ac:chgData name="Daniel Cregg" userId="a4417ebc-d1f9-4266-8a6c-2c7f21bbea7f" providerId="ADAL" clId="{D075DB0D-196F-45D1-B2DF-D067401139BC}" dt="2025-10-08T13:53:07.744" v="551" actId="1076"/>
          <ac:spMkLst>
            <pc:docMk/>
            <pc:sldMk cId="2878145703" sldId="257"/>
            <ac:spMk id="2" creationId="{CB5A4056-D184-ECB4-6150-BA1238EFDEAD}"/>
          </ac:spMkLst>
        </pc:spChg>
        <pc:spChg chg="mod">
          <ac:chgData name="Daniel Cregg" userId="a4417ebc-d1f9-4266-8a6c-2c7f21bbea7f" providerId="ADAL" clId="{D075DB0D-196F-45D1-B2DF-D067401139BC}" dt="2025-10-08T13:53:35.433" v="559" actId="14100"/>
          <ac:spMkLst>
            <pc:docMk/>
            <pc:sldMk cId="2878145703" sldId="257"/>
            <ac:spMk id="3" creationId="{6C282E50-8CBF-D76F-9E8D-6678BC350C2A}"/>
          </ac:spMkLst>
        </pc:spChg>
      </pc:sldChg>
      <pc:sldChg chg="addSp modSp new add del mod modAnim">
        <pc:chgData name="Daniel Cregg" userId="a4417ebc-d1f9-4266-8a6c-2c7f21bbea7f" providerId="ADAL" clId="{D075DB0D-196F-45D1-B2DF-D067401139BC}" dt="2025-10-07T22:23:06.257" v="357"/>
        <pc:sldMkLst>
          <pc:docMk/>
          <pc:sldMk cId="383896213" sldId="258"/>
        </pc:sldMkLst>
        <pc:spChg chg="mod">
          <ac:chgData name="Daniel Cregg" userId="a4417ebc-d1f9-4266-8a6c-2c7f21bbea7f" providerId="ADAL" clId="{D075DB0D-196F-45D1-B2DF-D067401139BC}" dt="2025-10-05T21:39:46.728" v="102" actId="20577"/>
          <ac:spMkLst>
            <pc:docMk/>
            <pc:sldMk cId="383896213" sldId="258"/>
            <ac:spMk id="2" creationId="{9E6841A9-4DD9-0896-200A-6C3B1179A94C}"/>
          </ac:spMkLst>
        </pc:spChg>
        <pc:spChg chg="mod">
          <ac:chgData name="Daniel Cregg" userId="a4417ebc-d1f9-4266-8a6c-2c7f21bbea7f" providerId="ADAL" clId="{D075DB0D-196F-45D1-B2DF-D067401139BC}" dt="2025-10-07T21:55:08.906" v="300" actId="27636"/>
          <ac:spMkLst>
            <pc:docMk/>
            <pc:sldMk cId="383896213" sldId="258"/>
            <ac:spMk id="3" creationId="{E2ADA317-B198-F64F-5579-0BA5A021A030}"/>
          </ac:spMkLst>
        </pc:spChg>
        <pc:picChg chg="add mod">
          <ac:chgData name="Daniel Cregg" userId="a4417ebc-d1f9-4266-8a6c-2c7f21bbea7f" providerId="ADAL" clId="{D075DB0D-196F-45D1-B2DF-D067401139BC}" dt="2025-10-07T21:55:39.853" v="305" actId="1076"/>
          <ac:picMkLst>
            <pc:docMk/>
            <pc:sldMk cId="383896213" sldId="258"/>
            <ac:picMk id="5" creationId="{946E5EA8-FDB2-FBDD-AB2B-3F732FC6C1CC}"/>
          </ac:picMkLst>
        </pc:picChg>
      </pc:sldChg>
      <pc:sldChg chg="addSp delSp modSp new add del mod modAnim">
        <pc:chgData name="Daniel Cregg" userId="a4417ebc-d1f9-4266-8a6c-2c7f21bbea7f" providerId="ADAL" clId="{D075DB0D-196F-45D1-B2DF-D067401139BC}" dt="2025-10-07T22:23:06.257" v="357"/>
        <pc:sldMkLst>
          <pc:docMk/>
          <pc:sldMk cId="907237247" sldId="259"/>
        </pc:sldMkLst>
        <pc:spChg chg="mod">
          <ac:chgData name="Daniel Cregg" userId="a4417ebc-d1f9-4266-8a6c-2c7f21bbea7f" providerId="ADAL" clId="{D075DB0D-196F-45D1-B2DF-D067401139BC}" dt="2025-10-05T21:42:46.033" v="138" actId="20577"/>
          <ac:spMkLst>
            <pc:docMk/>
            <pc:sldMk cId="907237247" sldId="259"/>
            <ac:spMk id="2" creationId="{325E3F43-5DB4-2071-B659-3D0F454D6E8D}"/>
          </ac:spMkLst>
        </pc:spChg>
        <pc:spChg chg="add del mod">
          <ac:chgData name="Daniel Cregg" userId="a4417ebc-d1f9-4266-8a6c-2c7f21bbea7f" providerId="ADAL" clId="{D075DB0D-196F-45D1-B2DF-D067401139BC}" dt="2025-10-05T21:43:15.032" v="142"/>
          <ac:spMkLst>
            <pc:docMk/>
            <pc:sldMk cId="907237247" sldId="259"/>
            <ac:spMk id="3" creationId="{434B4915-275B-46CF-7281-04AFDD217844}"/>
          </ac:spMkLst>
        </pc:spChg>
      </pc:sldChg>
      <pc:sldChg chg="modSp new add del mod modAnim">
        <pc:chgData name="Daniel Cregg" userId="a4417ebc-d1f9-4266-8a6c-2c7f21bbea7f" providerId="ADAL" clId="{D075DB0D-196F-45D1-B2DF-D067401139BC}" dt="2025-10-07T22:23:06.257" v="357"/>
        <pc:sldMkLst>
          <pc:docMk/>
          <pc:sldMk cId="2344476815" sldId="260"/>
        </pc:sldMkLst>
        <pc:spChg chg="mod">
          <ac:chgData name="Daniel Cregg" userId="a4417ebc-d1f9-4266-8a6c-2c7f21bbea7f" providerId="ADAL" clId="{D075DB0D-196F-45D1-B2DF-D067401139BC}" dt="2025-10-05T22:22:20.495" v="144"/>
          <ac:spMkLst>
            <pc:docMk/>
            <pc:sldMk cId="2344476815" sldId="260"/>
            <ac:spMk id="2" creationId="{89426286-82CA-9B45-07A7-91EEFB565BB1}"/>
          </ac:spMkLst>
        </pc:spChg>
        <pc:spChg chg="mod">
          <ac:chgData name="Daniel Cregg" userId="a4417ebc-d1f9-4266-8a6c-2c7f21bbea7f" providerId="ADAL" clId="{D075DB0D-196F-45D1-B2DF-D067401139BC}" dt="2025-10-05T22:26:55.096" v="235" actId="20577"/>
          <ac:spMkLst>
            <pc:docMk/>
            <pc:sldMk cId="2344476815" sldId="260"/>
            <ac:spMk id="3" creationId="{8B657673-90E7-8264-2E02-C4B08CE05945}"/>
          </ac:spMkLst>
        </pc:spChg>
      </pc:sldChg>
      <pc:sldChg chg="addSp modSp new add del mod ord modAnim">
        <pc:chgData name="Daniel Cregg" userId="a4417ebc-d1f9-4266-8a6c-2c7f21bbea7f" providerId="ADAL" clId="{D075DB0D-196F-45D1-B2DF-D067401139BC}" dt="2025-10-07T22:23:06.257" v="357"/>
        <pc:sldMkLst>
          <pc:docMk/>
          <pc:sldMk cId="923068065" sldId="261"/>
        </pc:sldMkLst>
        <pc:spChg chg="mod">
          <ac:chgData name="Daniel Cregg" userId="a4417ebc-d1f9-4266-8a6c-2c7f21bbea7f" providerId="ADAL" clId="{D075DB0D-196F-45D1-B2DF-D067401139BC}" dt="2025-10-05T22:24:57.087" v="200" actId="20577"/>
          <ac:spMkLst>
            <pc:docMk/>
            <pc:sldMk cId="923068065" sldId="261"/>
            <ac:spMk id="2" creationId="{A4B4E298-F3DF-AD2C-F0A9-FC9A81BB63B1}"/>
          </ac:spMkLst>
        </pc:spChg>
        <pc:spChg chg="mod">
          <ac:chgData name="Daniel Cregg" userId="a4417ebc-d1f9-4266-8a6c-2c7f21bbea7f" providerId="ADAL" clId="{D075DB0D-196F-45D1-B2DF-D067401139BC}" dt="2025-10-07T21:56:16.877" v="307" actId="27636"/>
          <ac:spMkLst>
            <pc:docMk/>
            <pc:sldMk cId="923068065" sldId="261"/>
            <ac:spMk id="3" creationId="{3125F716-1608-8C9C-5CE5-09C4D82DB4CD}"/>
          </ac:spMkLst>
        </pc:spChg>
      </pc:sldChg>
      <pc:sldChg chg="addSp delSp modSp new add del mod">
        <pc:chgData name="Daniel Cregg" userId="a4417ebc-d1f9-4266-8a6c-2c7f21bbea7f" providerId="ADAL" clId="{D075DB0D-196F-45D1-B2DF-D067401139BC}" dt="2025-10-07T22:23:06.257" v="357"/>
        <pc:sldMkLst>
          <pc:docMk/>
          <pc:sldMk cId="2173033063" sldId="262"/>
        </pc:sldMkLst>
        <pc:spChg chg="mod">
          <ac:chgData name="Daniel Cregg" userId="a4417ebc-d1f9-4266-8a6c-2c7f21bbea7f" providerId="ADAL" clId="{D075DB0D-196F-45D1-B2DF-D067401139BC}" dt="2025-10-06T10:15:54.557" v="294" actId="20577"/>
          <ac:spMkLst>
            <pc:docMk/>
            <pc:sldMk cId="2173033063" sldId="262"/>
            <ac:spMk id="2" creationId="{0C9309CC-9B63-BAD0-ACAA-4717EDA7DD30}"/>
          </ac:spMkLst>
        </pc:spChg>
        <pc:picChg chg="add mod">
          <ac:chgData name="Daniel Cregg" userId="a4417ebc-d1f9-4266-8a6c-2c7f21bbea7f" providerId="ADAL" clId="{D075DB0D-196F-45D1-B2DF-D067401139BC}" dt="2025-10-06T10:16:07.254" v="296" actId="14100"/>
          <ac:picMkLst>
            <pc:docMk/>
            <pc:sldMk cId="2173033063" sldId="262"/>
            <ac:picMk id="5" creationId="{C66F300A-9676-B890-7018-10979A017AD5}"/>
          </ac:picMkLst>
        </pc:picChg>
      </pc:sldChg>
      <pc:sldChg chg="modSp add del mod">
        <pc:chgData name="Daniel Cregg" userId="a4417ebc-d1f9-4266-8a6c-2c7f21bbea7f" providerId="ADAL" clId="{D075DB0D-196F-45D1-B2DF-D067401139BC}" dt="2025-10-07T22:23:06.257" v="357"/>
        <pc:sldMkLst>
          <pc:docMk/>
          <pc:sldMk cId="0" sldId="263"/>
        </pc:sldMkLst>
        <pc:spChg chg="mod">
          <ac:chgData name="Daniel Cregg" userId="a4417ebc-d1f9-4266-8a6c-2c7f21bbea7f" providerId="ADAL" clId="{D075DB0D-196F-45D1-B2DF-D067401139BC}" dt="2025-10-07T21:54:59.447" v="298" actId="27636"/>
          <ac:spMkLst>
            <pc:docMk/>
            <pc:sldMk cId="0" sldId="263"/>
            <ac:spMk id="3" creationId="{00000000-0000-0000-0000-000000000000}"/>
          </ac:spMkLst>
        </pc:spChg>
      </pc:sldChg>
      <pc:sldChg chg="add del ord">
        <pc:chgData name="Daniel Cregg" userId="a4417ebc-d1f9-4266-8a6c-2c7f21bbea7f" providerId="ADAL" clId="{D075DB0D-196F-45D1-B2DF-D067401139BC}" dt="2025-10-07T22:23:06.257" v="357"/>
        <pc:sldMkLst>
          <pc:docMk/>
          <pc:sldMk cId="0" sldId="264"/>
        </pc:sldMkLst>
      </pc:sldChg>
      <pc:sldChg chg="modSp add del mod modAnim">
        <pc:chgData name="Daniel Cregg" userId="a4417ebc-d1f9-4266-8a6c-2c7f21bbea7f" providerId="ADAL" clId="{D075DB0D-196F-45D1-B2DF-D067401139BC}" dt="2025-10-08T13:54:42.459" v="564"/>
        <pc:sldMkLst>
          <pc:docMk/>
          <pc:sldMk cId="0" sldId="265"/>
        </pc:sldMkLst>
        <pc:spChg chg="mod">
          <ac:chgData name="Daniel Cregg" userId="a4417ebc-d1f9-4266-8a6c-2c7f21bbea7f" providerId="ADAL" clId="{D075DB0D-196F-45D1-B2DF-D067401139BC}" dt="2025-10-07T21:58:35.353" v="332" actId="5793"/>
          <ac:spMkLst>
            <pc:docMk/>
            <pc:sldMk cId="0" sldId="265"/>
            <ac:spMk id="3" creationId="{00000000-0000-0000-0000-000000000000}"/>
          </ac:spMkLst>
        </pc:spChg>
      </pc:sldChg>
      <pc:sldChg chg="modSp new add del mod">
        <pc:chgData name="Daniel Cregg" userId="a4417ebc-d1f9-4266-8a6c-2c7f21bbea7f" providerId="ADAL" clId="{D075DB0D-196F-45D1-B2DF-D067401139BC}" dt="2025-10-07T22:23:06.257" v="357"/>
        <pc:sldMkLst>
          <pc:docMk/>
          <pc:sldMk cId="2526333642" sldId="266"/>
        </pc:sldMkLst>
        <pc:spChg chg="mod">
          <ac:chgData name="Daniel Cregg" userId="a4417ebc-d1f9-4266-8a6c-2c7f21bbea7f" providerId="ADAL" clId="{D075DB0D-196F-45D1-B2DF-D067401139BC}" dt="2025-10-07T21:56:32.886" v="320" actId="20577"/>
          <ac:spMkLst>
            <pc:docMk/>
            <pc:sldMk cId="2526333642" sldId="266"/>
            <ac:spMk id="2" creationId="{79A17AA7-168E-7CCD-52A4-6D0FAD6D6075}"/>
          </ac:spMkLst>
        </pc:spChg>
        <pc:spChg chg="mod">
          <ac:chgData name="Daniel Cregg" userId="a4417ebc-d1f9-4266-8a6c-2c7f21bbea7f" providerId="ADAL" clId="{D075DB0D-196F-45D1-B2DF-D067401139BC}" dt="2025-10-07T21:57:05.494" v="325" actId="12"/>
          <ac:spMkLst>
            <pc:docMk/>
            <pc:sldMk cId="2526333642" sldId="266"/>
            <ac:spMk id="3" creationId="{2678118D-4F80-7FF6-B5F5-343C5C5E82EB}"/>
          </ac:spMkLst>
        </pc:spChg>
      </pc:sldChg>
      <pc:sldChg chg="add modAnim">
        <pc:chgData name="Daniel Cregg" userId="a4417ebc-d1f9-4266-8a6c-2c7f21bbea7f" providerId="ADAL" clId="{D075DB0D-196F-45D1-B2DF-D067401139BC}" dt="2025-10-08T13:54:34.650" v="563"/>
        <pc:sldMkLst>
          <pc:docMk/>
          <pc:sldMk cId="0" sldId="267"/>
        </pc:sldMkLst>
      </pc:sldChg>
      <pc:sldChg chg="add del">
        <pc:chgData name="Daniel Cregg" userId="a4417ebc-d1f9-4266-8a6c-2c7f21bbea7f" providerId="ADAL" clId="{D075DB0D-196F-45D1-B2DF-D067401139BC}" dt="2025-10-08T13:54:49.120" v="565" actId="47"/>
        <pc:sldMkLst>
          <pc:docMk/>
          <pc:sldMk cId="0" sldId="268"/>
        </pc:sldMkLst>
      </pc:sldChg>
      <pc:sldChg chg="add">
        <pc:chgData name="Daniel Cregg" userId="a4417ebc-d1f9-4266-8a6c-2c7f21bbea7f" providerId="ADAL" clId="{D075DB0D-196F-45D1-B2DF-D067401139BC}" dt="2025-10-07T22:23:06.257" v="357"/>
        <pc:sldMkLst>
          <pc:docMk/>
          <pc:sldMk cId="0" sldId="269"/>
        </pc:sldMkLst>
      </pc:sldChg>
      <pc:sldChg chg="add">
        <pc:chgData name="Daniel Cregg" userId="a4417ebc-d1f9-4266-8a6c-2c7f21bbea7f" providerId="ADAL" clId="{D075DB0D-196F-45D1-B2DF-D067401139BC}" dt="2025-10-07T22:23:06.257" v="357"/>
        <pc:sldMkLst>
          <pc:docMk/>
          <pc:sldMk cId="0" sldId="270"/>
        </pc:sldMkLst>
      </pc:sldChg>
      <pc:sldChg chg="modSp add mod">
        <pc:chgData name="Daniel Cregg" userId="a4417ebc-d1f9-4266-8a6c-2c7f21bbea7f" providerId="ADAL" clId="{D075DB0D-196F-45D1-B2DF-D067401139BC}" dt="2025-10-07T22:25:02.835" v="362" actId="113"/>
        <pc:sldMkLst>
          <pc:docMk/>
          <pc:sldMk cId="0" sldId="271"/>
        </pc:sldMkLst>
        <pc:spChg chg="mod">
          <ac:chgData name="Daniel Cregg" userId="a4417ebc-d1f9-4266-8a6c-2c7f21bbea7f" providerId="ADAL" clId="{D075DB0D-196F-45D1-B2DF-D067401139BC}" dt="2025-10-07T22:25:02.835" v="362" actId="113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Daniel Cregg" userId="a4417ebc-d1f9-4266-8a6c-2c7f21bbea7f" providerId="ADAL" clId="{D075DB0D-196F-45D1-B2DF-D067401139BC}" dt="2025-10-07T22:33:26.240" v="482" actId="27636"/>
        <pc:sldMkLst>
          <pc:docMk/>
          <pc:sldMk cId="0" sldId="272"/>
        </pc:sldMkLst>
        <pc:spChg chg="mod">
          <ac:chgData name="Daniel Cregg" userId="a4417ebc-d1f9-4266-8a6c-2c7f21bbea7f" providerId="ADAL" clId="{D075DB0D-196F-45D1-B2DF-D067401139BC}" dt="2025-10-07T22:33:26.240" v="482" actId="27636"/>
          <ac:spMkLst>
            <pc:docMk/>
            <pc:sldMk cId="0" sldId="272"/>
            <ac:spMk id="3" creationId="{00000000-0000-0000-0000-000000000000}"/>
          </ac:spMkLst>
        </pc:spChg>
      </pc:sldChg>
      <pc:sldChg chg="modSp add mod">
        <pc:chgData name="Daniel Cregg" userId="a4417ebc-d1f9-4266-8a6c-2c7f21bbea7f" providerId="ADAL" clId="{D075DB0D-196F-45D1-B2DF-D067401139BC}" dt="2025-10-07T22:46:59.522" v="529" actId="20577"/>
        <pc:sldMkLst>
          <pc:docMk/>
          <pc:sldMk cId="0" sldId="273"/>
        </pc:sldMkLst>
        <pc:spChg chg="mod">
          <ac:chgData name="Daniel Cregg" userId="a4417ebc-d1f9-4266-8a6c-2c7f21bbea7f" providerId="ADAL" clId="{D075DB0D-196F-45D1-B2DF-D067401139BC}" dt="2025-10-07T22:46:59.522" v="529" actId="20577"/>
          <ac:spMkLst>
            <pc:docMk/>
            <pc:sldMk cId="0" sldId="273"/>
            <ac:spMk id="2" creationId="{00000000-0000-0000-0000-000000000000}"/>
          </ac:spMkLst>
        </pc:spChg>
        <pc:spChg chg="mod">
          <ac:chgData name="Daniel Cregg" userId="a4417ebc-d1f9-4266-8a6c-2c7f21bbea7f" providerId="ADAL" clId="{D075DB0D-196F-45D1-B2DF-D067401139BC}" dt="2025-10-07T22:24:02.810" v="359" actId="27636"/>
          <ac:spMkLst>
            <pc:docMk/>
            <pc:sldMk cId="0" sldId="273"/>
            <ac:spMk id="3" creationId="{00000000-0000-0000-0000-000000000000}"/>
          </ac:spMkLst>
        </pc:spChg>
      </pc:sldChg>
      <pc:sldChg chg="add">
        <pc:chgData name="Daniel Cregg" userId="a4417ebc-d1f9-4266-8a6c-2c7f21bbea7f" providerId="ADAL" clId="{D075DB0D-196F-45D1-B2DF-D067401139BC}" dt="2025-10-07T22:23:06.257" v="357"/>
        <pc:sldMkLst>
          <pc:docMk/>
          <pc:sldMk cId="0" sldId="274"/>
        </pc:sldMkLst>
      </pc:sldChg>
      <pc:sldChg chg="add">
        <pc:chgData name="Daniel Cregg" userId="a4417ebc-d1f9-4266-8a6c-2c7f21bbea7f" providerId="ADAL" clId="{D075DB0D-196F-45D1-B2DF-D067401139BC}" dt="2025-10-07T22:23:06.257" v="357"/>
        <pc:sldMkLst>
          <pc:docMk/>
          <pc:sldMk cId="0" sldId="275"/>
        </pc:sldMkLst>
      </pc:sldChg>
      <pc:sldChg chg="add">
        <pc:chgData name="Daniel Cregg" userId="a4417ebc-d1f9-4266-8a6c-2c7f21bbea7f" providerId="ADAL" clId="{D075DB0D-196F-45D1-B2DF-D067401139BC}" dt="2025-10-07T22:23:06.257" v="357"/>
        <pc:sldMkLst>
          <pc:docMk/>
          <pc:sldMk cId="2140271855" sldId="276"/>
        </pc:sldMkLst>
      </pc:sldChg>
      <pc:sldChg chg="addSp modSp new mod">
        <pc:chgData name="Daniel Cregg" userId="a4417ebc-d1f9-4266-8a6c-2c7f21bbea7f" providerId="ADAL" clId="{D075DB0D-196F-45D1-B2DF-D067401139BC}" dt="2025-10-07T22:30:59.611" v="436" actId="1076"/>
        <pc:sldMkLst>
          <pc:docMk/>
          <pc:sldMk cId="502964224" sldId="277"/>
        </pc:sldMkLst>
        <pc:spChg chg="mod">
          <ac:chgData name="Daniel Cregg" userId="a4417ebc-d1f9-4266-8a6c-2c7f21bbea7f" providerId="ADAL" clId="{D075DB0D-196F-45D1-B2DF-D067401139BC}" dt="2025-10-07T22:27:55.239" v="365"/>
          <ac:spMkLst>
            <pc:docMk/>
            <pc:sldMk cId="502964224" sldId="277"/>
            <ac:spMk id="2" creationId="{4848C504-DA03-A7BF-E464-46F4AECCA96C}"/>
          </ac:spMkLst>
        </pc:spChg>
        <pc:spChg chg="mod">
          <ac:chgData name="Daniel Cregg" userId="a4417ebc-d1f9-4266-8a6c-2c7f21bbea7f" providerId="ADAL" clId="{D075DB0D-196F-45D1-B2DF-D067401139BC}" dt="2025-10-07T22:30:47.494" v="434"/>
          <ac:spMkLst>
            <pc:docMk/>
            <pc:sldMk cId="502964224" sldId="277"/>
            <ac:spMk id="3" creationId="{49F6870E-D0CE-938B-711C-9BE3E642B8CA}"/>
          </ac:spMkLst>
        </pc:spChg>
        <pc:graphicFrameChg chg="add mod modGraphic">
          <ac:chgData name="Daniel Cregg" userId="a4417ebc-d1f9-4266-8a6c-2c7f21bbea7f" providerId="ADAL" clId="{D075DB0D-196F-45D1-B2DF-D067401139BC}" dt="2025-10-07T22:30:59.611" v="436" actId="1076"/>
          <ac:graphicFrameMkLst>
            <pc:docMk/>
            <pc:sldMk cId="502964224" sldId="277"/>
            <ac:graphicFrameMk id="4" creationId="{32ECC6C2-EF84-FB4D-F296-FF60B90FCB04}"/>
          </ac:graphicFrameMkLst>
        </pc:graphicFrameChg>
        <pc:graphicFrameChg chg="add mod modGraphic">
          <ac:chgData name="Daniel Cregg" userId="a4417ebc-d1f9-4266-8a6c-2c7f21bbea7f" providerId="ADAL" clId="{D075DB0D-196F-45D1-B2DF-D067401139BC}" dt="2025-10-07T22:30:56.382" v="435" actId="1076"/>
          <ac:graphicFrameMkLst>
            <pc:docMk/>
            <pc:sldMk cId="502964224" sldId="277"/>
            <ac:graphicFrameMk id="5" creationId="{7D763F1F-B940-4C96-62B2-696761AD8B53}"/>
          </ac:graphicFrameMkLst>
        </pc:graphicFrameChg>
      </pc:sldChg>
      <pc:sldChg chg="addSp delSp modSp new mod">
        <pc:chgData name="Daniel Cregg" userId="a4417ebc-d1f9-4266-8a6c-2c7f21bbea7f" providerId="ADAL" clId="{D075DB0D-196F-45D1-B2DF-D067401139BC}" dt="2025-10-07T22:32:18.350" v="480"/>
        <pc:sldMkLst>
          <pc:docMk/>
          <pc:sldMk cId="2474327970" sldId="278"/>
        </pc:sldMkLst>
        <pc:spChg chg="mod">
          <ac:chgData name="Daniel Cregg" userId="a4417ebc-d1f9-4266-8a6c-2c7f21bbea7f" providerId="ADAL" clId="{D075DB0D-196F-45D1-B2DF-D067401139BC}" dt="2025-10-07T22:32:09.770" v="477" actId="20577"/>
          <ac:spMkLst>
            <pc:docMk/>
            <pc:sldMk cId="2474327970" sldId="278"/>
            <ac:spMk id="2" creationId="{B281C4A5-369C-9276-F2FD-DCDE7EFEDA1C}"/>
          </ac:spMkLst>
        </pc:spChg>
        <pc:spChg chg="add del mod">
          <ac:chgData name="Daniel Cregg" userId="a4417ebc-d1f9-4266-8a6c-2c7f21bbea7f" providerId="ADAL" clId="{D075DB0D-196F-45D1-B2DF-D067401139BC}" dt="2025-10-07T22:32:18.350" v="480"/>
          <ac:spMkLst>
            <pc:docMk/>
            <pc:sldMk cId="2474327970" sldId="278"/>
            <ac:spMk id="3" creationId="{E4BB3F05-26D4-341E-54F3-70382E8D0D1D}"/>
          </ac:spMkLst>
        </pc:spChg>
      </pc:sldChg>
      <pc:sldChg chg="addSp modSp new mod">
        <pc:chgData name="Daniel Cregg" userId="a4417ebc-d1f9-4266-8a6c-2c7f21bbea7f" providerId="ADAL" clId="{D075DB0D-196F-45D1-B2DF-D067401139BC}" dt="2025-10-08T14:03:06.019" v="569" actId="1076"/>
        <pc:sldMkLst>
          <pc:docMk/>
          <pc:sldMk cId="2804928607" sldId="279"/>
        </pc:sldMkLst>
        <pc:spChg chg="mod">
          <ac:chgData name="Daniel Cregg" userId="a4417ebc-d1f9-4266-8a6c-2c7f21bbea7f" providerId="ADAL" clId="{D075DB0D-196F-45D1-B2DF-D067401139BC}" dt="2025-10-08T14:03:01.807" v="568" actId="14100"/>
          <ac:spMkLst>
            <pc:docMk/>
            <pc:sldMk cId="2804928607" sldId="279"/>
            <ac:spMk id="2" creationId="{8F4B7661-B693-AF3F-D4D3-C2700F459B98}"/>
          </ac:spMkLst>
        </pc:spChg>
        <pc:picChg chg="add mod">
          <ac:chgData name="Daniel Cregg" userId="a4417ebc-d1f9-4266-8a6c-2c7f21bbea7f" providerId="ADAL" clId="{D075DB0D-196F-45D1-B2DF-D067401139BC}" dt="2025-10-08T14:03:06.019" v="569" actId="1076"/>
          <ac:picMkLst>
            <pc:docMk/>
            <pc:sldMk cId="2804928607" sldId="279"/>
            <ac:picMk id="1026" creationId="{6FA9C8D1-C403-8178-F37D-9A651B171AD2}"/>
          </ac:picMkLst>
        </pc:picChg>
      </pc:sldChg>
    </pc:docChg>
  </pc:docChgLst>
  <pc:docChgLst>
    <pc:chgData name="Daniel Cregg" userId="S::daniel.cregg@atu.ie::a4417ebc-d1f9-4266-8a6c-2c7f21bbea7f" providerId="AD" clId="Web-{1840CA99-39F7-4BC8-8B40-DBF52B1036E4}"/>
    <pc:docChg chg="addSld delSld modSld addSection delSection modSection">
      <pc:chgData name="Daniel Cregg" userId="S::daniel.cregg@atu.ie::a4417ebc-d1f9-4266-8a6c-2c7f21bbea7f" providerId="AD" clId="Web-{1840CA99-39F7-4BC8-8B40-DBF52B1036E4}" dt="2025-10-09T11:03:40.836" v="135" actId="20577"/>
      <pc:docMkLst>
        <pc:docMk/>
      </pc:docMkLst>
      <pc:sldChg chg="addSp modSp new">
        <pc:chgData name="Daniel Cregg" userId="S::daniel.cregg@atu.ie::a4417ebc-d1f9-4266-8a6c-2c7f21bbea7f" providerId="AD" clId="Web-{1840CA99-39F7-4BC8-8B40-DBF52B1036E4}" dt="2025-10-09T10:41:35.902" v="15" actId="14100"/>
        <pc:sldMkLst>
          <pc:docMk/>
          <pc:sldMk cId="3434721329" sldId="280"/>
        </pc:sldMkLst>
        <pc:spChg chg="mod">
          <ac:chgData name="Daniel Cregg" userId="S::daniel.cregg@atu.ie::a4417ebc-d1f9-4266-8a6c-2c7f21bbea7f" providerId="AD" clId="Web-{1840CA99-39F7-4BC8-8B40-DBF52B1036E4}" dt="2025-10-09T10:35:53.724" v="3" actId="20577"/>
          <ac:spMkLst>
            <pc:docMk/>
            <pc:sldMk cId="3434721329" sldId="280"/>
            <ac:spMk id="2" creationId="{1EC14BA9-10E4-286C-C8A7-63B255BFD967}"/>
          </ac:spMkLst>
        </pc:spChg>
        <pc:spChg chg="mod">
          <ac:chgData name="Daniel Cregg" userId="S::daniel.cregg@atu.ie::a4417ebc-d1f9-4266-8a6c-2c7f21bbea7f" providerId="AD" clId="Web-{1840CA99-39F7-4BC8-8B40-DBF52B1036E4}" dt="2025-10-09T10:41:35.902" v="15" actId="14100"/>
          <ac:spMkLst>
            <pc:docMk/>
            <pc:sldMk cId="3434721329" sldId="280"/>
            <ac:spMk id="3" creationId="{10EFA602-0CBE-0D16-8170-67B6779EAE11}"/>
          </ac:spMkLst>
        </pc:spChg>
        <pc:picChg chg="add mod">
          <ac:chgData name="Daniel Cregg" userId="S::daniel.cregg@atu.ie::a4417ebc-d1f9-4266-8a6c-2c7f21bbea7f" providerId="AD" clId="Web-{1840CA99-39F7-4BC8-8B40-DBF52B1036E4}" dt="2025-10-09T10:41:33.246" v="14" actId="1076"/>
          <ac:picMkLst>
            <pc:docMk/>
            <pc:sldMk cId="3434721329" sldId="280"/>
            <ac:picMk id="4" creationId="{BD4D50CF-178E-4A95-7760-B51F1D046CC8}"/>
          </ac:picMkLst>
        </pc:picChg>
      </pc:sldChg>
      <pc:sldChg chg="addSp modSp new">
        <pc:chgData name="Daniel Cregg" userId="S::daniel.cregg@atu.ie::a4417ebc-d1f9-4266-8a6c-2c7f21bbea7f" providerId="AD" clId="Web-{1840CA99-39F7-4BC8-8B40-DBF52B1036E4}" dt="2025-10-09T10:51:10.176" v="73" actId="1076"/>
        <pc:sldMkLst>
          <pc:docMk/>
          <pc:sldMk cId="1982731914" sldId="281"/>
        </pc:sldMkLst>
        <pc:spChg chg="mod">
          <ac:chgData name="Daniel Cregg" userId="S::daniel.cregg@atu.ie::a4417ebc-d1f9-4266-8a6c-2c7f21bbea7f" providerId="AD" clId="Web-{1840CA99-39F7-4BC8-8B40-DBF52B1036E4}" dt="2025-10-09T10:44:21.953" v="19" actId="20577"/>
          <ac:spMkLst>
            <pc:docMk/>
            <pc:sldMk cId="1982731914" sldId="281"/>
            <ac:spMk id="2" creationId="{ABBDD518-1295-FEB2-3600-D7B529422200}"/>
          </ac:spMkLst>
        </pc:spChg>
        <pc:spChg chg="mod">
          <ac:chgData name="Daniel Cregg" userId="S::daniel.cregg@atu.ie::a4417ebc-d1f9-4266-8a6c-2c7f21bbea7f" providerId="AD" clId="Web-{1840CA99-39F7-4BC8-8B40-DBF52B1036E4}" dt="2025-10-09T10:51:01.207" v="71" actId="14100"/>
          <ac:spMkLst>
            <pc:docMk/>
            <pc:sldMk cId="1982731914" sldId="281"/>
            <ac:spMk id="3" creationId="{FECE277F-3D5C-B1D4-9C20-4B871048E935}"/>
          </ac:spMkLst>
        </pc:spChg>
        <pc:picChg chg="add mod">
          <ac:chgData name="Daniel Cregg" userId="S::daniel.cregg@atu.ie::a4417ebc-d1f9-4266-8a6c-2c7f21bbea7f" providerId="AD" clId="Web-{1840CA99-39F7-4BC8-8B40-DBF52B1036E4}" dt="2025-10-09T10:51:10.176" v="73" actId="1076"/>
          <ac:picMkLst>
            <pc:docMk/>
            <pc:sldMk cId="1982731914" sldId="281"/>
            <ac:picMk id="4" creationId="{2CE3F2AB-75C3-4568-500F-4B0484DACB29}"/>
          </ac:picMkLst>
        </pc:picChg>
      </pc:sldChg>
      <pc:sldChg chg="modSp new del">
        <pc:chgData name="Daniel Cregg" userId="S::daniel.cregg@atu.ie::a4417ebc-d1f9-4266-8a6c-2c7f21bbea7f" providerId="AD" clId="Web-{1840CA99-39F7-4BC8-8B40-DBF52B1036E4}" dt="2025-10-09T10:44:03.873" v="16"/>
        <pc:sldMkLst>
          <pc:docMk/>
          <pc:sldMk cId="2225681300" sldId="281"/>
        </pc:sldMkLst>
        <pc:spChg chg="mod">
          <ac:chgData name="Daniel Cregg" userId="S::daniel.cregg@atu.ie::a4417ebc-d1f9-4266-8a6c-2c7f21bbea7f" providerId="AD" clId="Web-{1840CA99-39F7-4BC8-8B40-DBF52B1036E4}" dt="2025-10-09T10:36:44.302" v="8" actId="20577"/>
          <ac:spMkLst>
            <pc:docMk/>
            <pc:sldMk cId="2225681300" sldId="281"/>
            <ac:spMk id="2" creationId="{CC585301-63BA-59B4-CCD2-53EFDDBC40F4}"/>
          </ac:spMkLst>
        </pc:spChg>
        <pc:spChg chg="mod">
          <ac:chgData name="Daniel Cregg" userId="S::daniel.cregg@atu.ie::a4417ebc-d1f9-4266-8a6c-2c7f21bbea7f" providerId="AD" clId="Web-{1840CA99-39F7-4BC8-8B40-DBF52B1036E4}" dt="2025-10-09T10:41:21.838" v="11" actId="20577"/>
          <ac:spMkLst>
            <pc:docMk/>
            <pc:sldMk cId="2225681300" sldId="281"/>
            <ac:spMk id="3" creationId="{3F2EADB7-BFC0-A62F-97B6-54D194189869}"/>
          </ac:spMkLst>
        </pc:spChg>
      </pc:sldChg>
      <pc:sldChg chg="addSp modSp new">
        <pc:chgData name="Daniel Cregg" userId="S::daniel.cregg@atu.ie::a4417ebc-d1f9-4266-8a6c-2c7f21bbea7f" providerId="AD" clId="Web-{1840CA99-39F7-4BC8-8B40-DBF52B1036E4}" dt="2025-10-09T10:51:53.036" v="82" actId="1076"/>
        <pc:sldMkLst>
          <pc:docMk/>
          <pc:sldMk cId="4127370332" sldId="282"/>
        </pc:sldMkLst>
        <pc:spChg chg="mod">
          <ac:chgData name="Daniel Cregg" userId="S::daniel.cregg@atu.ie::a4417ebc-d1f9-4266-8a6c-2c7f21bbea7f" providerId="AD" clId="Web-{1840CA99-39F7-4BC8-8B40-DBF52B1036E4}" dt="2025-10-09T10:51:49.817" v="81" actId="20577"/>
          <ac:spMkLst>
            <pc:docMk/>
            <pc:sldMk cId="4127370332" sldId="282"/>
            <ac:spMk id="2" creationId="{91A08525-2B84-E317-3269-1B7E8315EC0B}"/>
          </ac:spMkLst>
        </pc:spChg>
        <pc:spChg chg="mod">
          <ac:chgData name="Daniel Cregg" userId="S::daniel.cregg@atu.ie::a4417ebc-d1f9-4266-8a6c-2c7f21bbea7f" providerId="AD" clId="Web-{1840CA99-39F7-4BC8-8B40-DBF52B1036E4}" dt="2025-10-09T10:51:33.442" v="75" actId="14100"/>
          <ac:spMkLst>
            <pc:docMk/>
            <pc:sldMk cId="4127370332" sldId="282"/>
            <ac:spMk id="3" creationId="{A25BD50B-2CDE-0B1D-2A44-BA6920F5367E}"/>
          </ac:spMkLst>
        </pc:spChg>
        <pc:picChg chg="add mod">
          <ac:chgData name="Daniel Cregg" userId="S::daniel.cregg@atu.ie::a4417ebc-d1f9-4266-8a6c-2c7f21bbea7f" providerId="AD" clId="Web-{1840CA99-39F7-4BC8-8B40-DBF52B1036E4}" dt="2025-10-09T10:51:53.036" v="82" actId="1076"/>
          <ac:picMkLst>
            <pc:docMk/>
            <pc:sldMk cId="4127370332" sldId="282"/>
            <ac:picMk id="4" creationId="{CF1918B2-D99E-3A5B-2273-CAB735E0EDEF}"/>
          </ac:picMkLst>
        </pc:picChg>
      </pc:sldChg>
      <pc:sldChg chg="addSp modSp new">
        <pc:chgData name="Daniel Cregg" userId="S::daniel.cregg@atu.ie::a4417ebc-d1f9-4266-8a6c-2c7f21bbea7f" providerId="AD" clId="Web-{1840CA99-39F7-4BC8-8B40-DBF52B1036E4}" dt="2025-10-09T10:52:31.615" v="87" actId="1076"/>
        <pc:sldMkLst>
          <pc:docMk/>
          <pc:sldMk cId="1078595164" sldId="283"/>
        </pc:sldMkLst>
        <pc:spChg chg="mod">
          <ac:chgData name="Daniel Cregg" userId="S::daniel.cregg@atu.ie::a4417ebc-d1f9-4266-8a6c-2c7f21bbea7f" providerId="AD" clId="Web-{1840CA99-39F7-4BC8-8B40-DBF52B1036E4}" dt="2025-10-09T10:45:21.707" v="35" actId="20577"/>
          <ac:spMkLst>
            <pc:docMk/>
            <pc:sldMk cId="1078595164" sldId="283"/>
            <ac:spMk id="2" creationId="{00A30046-1425-F14E-5BCC-F3B34C4C5C53}"/>
          </ac:spMkLst>
        </pc:spChg>
        <pc:spChg chg="mod">
          <ac:chgData name="Daniel Cregg" userId="S::daniel.cregg@atu.ie::a4417ebc-d1f9-4266-8a6c-2c7f21bbea7f" providerId="AD" clId="Web-{1840CA99-39F7-4BC8-8B40-DBF52B1036E4}" dt="2025-10-09T10:52:26.303" v="85" actId="14100"/>
          <ac:spMkLst>
            <pc:docMk/>
            <pc:sldMk cId="1078595164" sldId="283"/>
            <ac:spMk id="3" creationId="{4F6F5B28-AAE9-E0F3-F856-21375A7C656A}"/>
          </ac:spMkLst>
        </pc:spChg>
        <pc:picChg chg="add mod">
          <ac:chgData name="Daniel Cregg" userId="S::daniel.cregg@atu.ie::a4417ebc-d1f9-4266-8a6c-2c7f21bbea7f" providerId="AD" clId="Web-{1840CA99-39F7-4BC8-8B40-DBF52B1036E4}" dt="2025-10-09T10:52:31.615" v="87" actId="1076"/>
          <ac:picMkLst>
            <pc:docMk/>
            <pc:sldMk cId="1078595164" sldId="283"/>
            <ac:picMk id="4" creationId="{CB384695-E3F1-4BB5-3065-25DAE3807B74}"/>
          </ac:picMkLst>
        </pc:picChg>
      </pc:sldChg>
      <pc:sldChg chg="addSp modSp new">
        <pc:chgData name="Daniel Cregg" userId="S::daniel.cregg@atu.ie::a4417ebc-d1f9-4266-8a6c-2c7f21bbea7f" providerId="AD" clId="Web-{1840CA99-39F7-4BC8-8B40-DBF52B1036E4}" dt="2025-10-09T10:53:07.397" v="92" actId="1076"/>
        <pc:sldMkLst>
          <pc:docMk/>
          <pc:sldMk cId="2699891200" sldId="284"/>
        </pc:sldMkLst>
        <pc:spChg chg="mod">
          <ac:chgData name="Daniel Cregg" userId="S::daniel.cregg@atu.ie::a4417ebc-d1f9-4266-8a6c-2c7f21bbea7f" providerId="AD" clId="Web-{1840CA99-39F7-4BC8-8B40-DBF52B1036E4}" dt="2025-10-09T10:45:35.631" v="40" actId="20577"/>
          <ac:spMkLst>
            <pc:docMk/>
            <pc:sldMk cId="2699891200" sldId="284"/>
            <ac:spMk id="2" creationId="{D7798139-975B-10C7-6E3E-E5BCF3DC1C57}"/>
          </ac:spMkLst>
        </pc:spChg>
        <pc:spChg chg="mod">
          <ac:chgData name="Daniel Cregg" userId="S::daniel.cregg@atu.ie::a4417ebc-d1f9-4266-8a6c-2c7f21bbea7f" providerId="AD" clId="Web-{1840CA99-39F7-4BC8-8B40-DBF52B1036E4}" dt="2025-10-09T10:52:59.272" v="88" actId="14100"/>
          <ac:spMkLst>
            <pc:docMk/>
            <pc:sldMk cId="2699891200" sldId="284"/>
            <ac:spMk id="3" creationId="{EE0CA7BC-879C-CAB8-CBF2-4AE92E3EFBD7}"/>
          </ac:spMkLst>
        </pc:spChg>
        <pc:picChg chg="add mod">
          <ac:chgData name="Daniel Cregg" userId="S::daniel.cregg@atu.ie::a4417ebc-d1f9-4266-8a6c-2c7f21bbea7f" providerId="AD" clId="Web-{1840CA99-39F7-4BC8-8B40-DBF52B1036E4}" dt="2025-10-09T10:53:07.397" v="92" actId="1076"/>
          <ac:picMkLst>
            <pc:docMk/>
            <pc:sldMk cId="2699891200" sldId="284"/>
            <ac:picMk id="4" creationId="{136EB92D-B89D-A605-3894-F5B89B88B419}"/>
          </ac:picMkLst>
        </pc:picChg>
      </pc:sldChg>
      <pc:sldChg chg="addSp modSp new">
        <pc:chgData name="Daniel Cregg" userId="S::daniel.cregg@atu.ie::a4417ebc-d1f9-4266-8a6c-2c7f21bbea7f" providerId="AD" clId="Web-{1840CA99-39F7-4BC8-8B40-DBF52B1036E4}" dt="2025-10-09T10:53:43.023" v="99" actId="20577"/>
        <pc:sldMkLst>
          <pc:docMk/>
          <pc:sldMk cId="1868132917" sldId="285"/>
        </pc:sldMkLst>
        <pc:spChg chg="mod">
          <ac:chgData name="Daniel Cregg" userId="S::daniel.cregg@atu.ie::a4417ebc-d1f9-4266-8a6c-2c7f21bbea7f" providerId="AD" clId="Web-{1840CA99-39F7-4BC8-8B40-DBF52B1036E4}" dt="2025-10-09T10:53:43.023" v="99" actId="20577"/>
          <ac:spMkLst>
            <pc:docMk/>
            <pc:sldMk cId="1868132917" sldId="285"/>
            <ac:spMk id="2" creationId="{1B32EC34-9FE0-E991-FE59-6096C61559E5}"/>
          </ac:spMkLst>
        </pc:spChg>
        <pc:spChg chg="mod">
          <ac:chgData name="Daniel Cregg" userId="S::daniel.cregg@atu.ie::a4417ebc-d1f9-4266-8a6c-2c7f21bbea7f" providerId="AD" clId="Web-{1840CA99-39F7-4BC8-8B40-DBF52B1036E4}" dt="2025-10-09T10:53:15.975" v="93" actId="14100"/>
          <ac:spMkLst>
            <pc:docMk/>
            <pc:sldMk cId="1868132917" sldId="285"/>
            <ac:spMk id="3" creationId="{D3B9F3DC-E5CE-70B8-2D52-17D12AAF683A}"/>
          </ac:spMkLst>
        </pc:spChg>
        <pc:picChg chg="add mod">
          <ac:chgData name="Daniel Cregg" userId="S::daniel.cregg@atu.ie::a4417ebc-d1f9-4266-8a6c-2c7f21bbea7f" providerId="AD" clId="Web-{1840CA99-39F7-4BC8-8B40-DBF52B1036E4}" dt="2025-10-09T10:53:38.820" v="98" actId="14100"/>
          <ac:picMkLst>
            <pc:docMk/>
            <pc:sldMk cId="1868132917" sldId="285"/>
            <ac:picMk id="4" creationId="{0B29D60D-2F62-FBEE-BE20-1ED6D865129C}"/>
          </ac:picMkLst>
        </pc:picChg>
      </pc:sldChg>
      <pc:sldChg chg="addSp modSp new">
        <pc:chgData name="Daniel Cregg" userId="S::daniel.cregg@atu.ie::a4417ebc-d1f9-4266-8a6c-2c7f21bbea7f" providerId="AD" clId="Web-{1840CA99-39F7-4BC8-8B40-DBF52B1036E4}" dt="2025-10-09T10:54:09.820" v="104" actId="1076"/>
        <pc:sldMkLst>
          <pc:docMk/>
          <pc:sldMk cId="2662478993" sldId="286"/>
        </pc:sldMkLst>
        <pc:spChg chg="mod">
          <ac:chgData name="Daniel Cregg" userId="S::daniel.cregg@atu.ie::a4417ebc-d1f9-4266-8a6c-2c7f21bbea7f" providerId="AD" clId="Web-{1840CA99-39F7-4BC8-8B40-DBF52B1036E4}" dt="2025-10-09T10:46:18.539" v="55" actId="20577"/>
          <ac:spMkLst>
            <pc:docMk/>
            <pc:sldMk cId="2662478993" sldId="286"/>
            <ac:spMk id="2" creationId="{4A155736-F097-DB57-019D-3BE40C7FF9F4}"/>
          </ac:spMkLst>
        </pc:spChg>
        <pc:spChg chg="mod">
          <ac:chgData name="Daniel Cregg" userId="S::daniel.cregg@atu.ie::a4417ebc-d1f9-4266-8a6c-2c7f21bbea7f" providerId="AD" clId="Web-{1840CA99-39F7-4BC8-8B40-DBF52B1036E4}" dt="2025-10-09T10:54:00.867" v="100" actId="14100"/>
          <ac:spMkLst>
            <pc:docMk/>
            <pc:sldMk cId="2662478993" sldId="286"/>
            <ac:spMk id="3" creationId="{02BC07F6-18E8-67EC-E2D5-326E931CF237}"/>
          </ac:spMkLst>
        </pc:spChg>
        <pc:picChg chg="add mod">
          <ac:chgData name="Daniel Cregg" userId="S::daniel.cregg@atu.ie::a4417ebc-d1f9-4266-8a6c-2c7f21bbea7f" providerId="AD" clId="Web-{1840CA99-39F7-4BC8-8B40-DBF52B1036E4}" dt="2025-10-09T10:54:09.820" v="104" actId="1076"/>
          <ac:picMkLst>
            <pc:docMk/>
            <pc:sldMk cId="2662478993" sldId="286"/>
            <ac:picMk id="4" creationId="{E7B7516A-2A69-3B1A-12A5-3968FEB9C7E2}"/>
          </ac:picMkLst>
        </pc:picChg>
      </pc:sldChg>
      <pc:sldChg chg="addSp modSp new">
        <pc:chgData name="Daniel Cregg" userId="S::daniel.cregg@atu.ie::a4417ebc-d1f9-4266-8a6c-2c7f21bbea7f" providerId="AD" clId="Web-{1840CA99-39F7-4BC8-8B40-DBF52B1036E4}" dt="2025-10-09T10:55:24.415" v="114" actId="20577"/>
        <pc:sldMkLst>
          <pc:docMk/>
          <pc:sldMk cId="531927804" sldId="287"/>
        </pc:sldMkLst>
        <pc:spChg chg="mod">
          <ac:chgData name="Daniel Cregg" userId="S::daniel.cregg@atu.ie::a4417ebc-d1f9-4266-8a6c-2c7f21bbea7f" providerId="AD" clId="Web-{1840CA99-39F7-4BC8-8B40-DBF52B1036E4}" dt="2025-10-09T10:55:24.415" v="114" actId="20577"/>
          <ac:spMkLst>
            <pc:docMk/>
            <pc:sldMk cId="531927804" sldId="287"/>
            <ac:spMk id="2" creationId="{70D444E4-4689-4EB1-024E-134D7A3632B5}"/>
          </ac:spMkLst>
        </pc:spChg>
        <pc:spChg chg="mod">
          <ac:chgData name="Daniel Cregg" userId="S::daniel.cregg@atu.ie::a4417ebc-d1f9-4266-8a6c-2c7f21bbea7f" providerId="AD" clId="Web-{1840CA99-39F7-4BC8-8B40-DBF52B1036E4}" dt="2025-10-09T10:55:06.384" v="110" actId="14100"/>
          <ac:spMkLst>
            <pc:docMk/>
            <pc:sldMk cId="531927804" sldId="287"/>
            <ac:spMk id="3" creationId="{03170B11-B4F5-C6D3-A66D-63134B910D34}"/>
          </ac:spMkLst>
        </pc:spChg>
        <pc:picChg chg="add mod">
          <ac:chgData name="Daniel Cregg" userId="S::daniel.cregg@atu.ie::a4417ebc-d1f9-4266-8a6c-2c7f21bbea7f" providerId="AD" clId="Web-{1840CA99-39F7-4BC8-8B40-DBF52B1036E4}" dt="2025-10-09T10:55:13.603" v="112" actId="1076"/>
          <ac:picMkLst>
            <pc:docMk/>
            <pc:sldMk cId="531927804" sldId="287"/>
            <ac:picMk id="4" creationId="{53D122C0-FD81-56BB-C8AC-D5724E687831}"/>
          </ac:picMkLst>
        </pc:picChg>
      </pc:sldChg>
      <pc:sldChg chg="modSp new">
        <pc:chgData name="Daniel Cregg" userId="S::daniel.cregg@atu.ie::a4417ebc-d1f9-4266-8a6c-2c7f21bbea7f" providerId="AD" clId="Web-{1840CA99-39F7-4BC8-8B40-DBF52B1036E4}" dt="2025-10-09T10:47:09.089" v="67" actId="20577"/>
        <pc:sldMkLst>
          <pc:docMk/>
          <pc:sldMk cId="2196634168" sldId="288"/>
        </pc:sldMkLst>
        <pc:spChg chg="mod">
          <ac:chgData name="Daniel Cregg" userId="S::daniel.cregg@atu.ie::a4417ebc-d1f9-4266-8a6c-2c7f21bbea7f" providerId="AD" clId="Web-{1840CA99-39F7-4BC8-8B40-DBF52B1036E4}" dt="2025-10-09T10:46:47.697" v="64" actId="20577"/>
          <ac:spMkLst>
            <pc:docMk/>
            <pc:sldMk cId="2196634168" sldId="288"/>
            <ac:spMk id="2" creationId="{DC8E9EB2-9A79-3ED7-6962-08F7722F9BF4}"/>
          </ac:spMkLst>
        </pc:spChg>
        <pc:spChg chg="mod">
          <ac:chgData name="Daniel Cregg" userId="S::daniel.cregg@atu.ie::a4417ebc-d1f9-4266-8a6c-2c7f21bbea7f" providerId="AD" clId="Web-{1840CA99-39F7-4BC8-8B40-DBF52B1036E4}" dt="2025-10-09T10:47:09.089" v="67" actId="20577"/>
          <ac:spMkLst>
            <pc:docMk/>
            <pc:sldMk cId="2196634168" sldId="288"/>
            <ac:spMk id="3" creationId="{AC6CE8D8-BECE-7AFE-0C7F-4B776AA65497}"/>
          </ac:spMkLst>
        </pc:spChg>
      </pc:sldChg>
      <pc:sldChg chg="addSp delSp modSp new">
        <pc:chgData name="Daniel Cregg" userId="S::daniel.cregg@atu.ie::a4417ebc-d1f9-4266-8a6c-2c7f21bbea7f" providerId="AD" clId="Web-{1840CA99-39F7-4BC8-8B40-DBF52B1036E4}" dt="2025-10-09T10:56:01.510" v="119" actId="1076"/>
        <pc:sldMkLst>
          <pc:docMk/>
          <pc:sldMk cId="2665453145" sldId="289"/>
        </pc:sldMkLst>
        <pc:spChg chg="del">
          <ac:chgData name="Daniel Cregg" userId="S::daniel.cregg@atu.ie::a4417ebc-d1f9-4266-8a6c-2c7f21bbea7f" providerId="AD" clId="Web-{1840CA99-39F7-4BC8-8B40-DBF52B1036E4}" dt="2025-10-09T10:55:52.025" v="116"/>
          <ac:spMkLst>
            <pc:docMk/>
            <pc:sldMk cId="2665453145" sldId="289"/>
            <ac:spMk id="3" creationId="{FFC069B8-FB08-4E13-DF2F-41D57737C0EE}"/>
          </ac:spMkLst>
        </pc:spChg>
        <pc:picChg chg="add mod ord">
          <ac:chgData name="Daniel Cregg" userId="S::daniel.cregg@atu.ie::a4417ebc-d1f9-4266-8a6c-2c7f21bbea7f" providerId="AD" clId="Web-{1840CA99-39F7-4BC8-8B40-DBF52B1036E4}" dt="2025-10-09T10:56:01.510" v="119" actId="1076"/>
          <ac:picMkLst>
            <pc:docMk/>
            <pc:sldMk cId="2665453145" sldId="289"/>
            <ac:picMk id="4" creationId="{6C8B5837-A633-9686-2999-95594A851399}"/>
          </ac:picMkLst>
        </pc:picChg>
      </pc:sldChg>
      <pc:sldChg chg="modSp new">
        <pc:chgData name="Daniel Cregg" userId="S::daniel.cregg@atu.ie::a4417ebc-d1f9-4266-8a6c-2c7f21bbea7f" providerId="AD" clId="Web-{1840CA99-39F7-4BC8-8B40-DBF52B1036E4}" dt="2025-10-09T11:03:40.836" v="135" actId="20577"/>
        <pc:sldMkLst>
          <pc:docMk/>
          <pc:sldMk cId="698893982" sldId="290"/>
        </pc:sldMkLst>
        <pc:spChg chg="mod">
          <ac:chgData name="Daniel Cregg" userId="S::daniel.cregg@atu.ie::a4417ebc-d1f9-4266-8a6c-2c7f21bbea7f" providerId="AD" clId="Web-{1840CA99-39F7-4BC8-8B40-DBF52B1036E4}" dt="2025-10-09T11:03:40.836" v="135" actId="20577"/>
          <ac:spMkLst>
            <pc:docMk/>
            <pc:sldMk cId="698893982" sldId="290"/>
            <ac:spMk id="2" creationId="{DF3F0D9C-D3E6-37FA-DB48-54D5422F62FA}"/>
          </ac:spMkLst>
        </pc:spChg>
        <pc:spChg chg="mod">
          <ac:chgData name="Daniel Cregg" userId="S::daniel.cregg@atu.ie::a4417ebc-d1f9-4266-8a6c-2c7f21bbea7f" providerId="AD" clId="Web-{1840CA99-39F7-4BC8-8B40-DBF52B1036E4}" dt="2025-10-09T11:03:09.365" v="121" actId="20577"/>
          <ac:spMkLst>
            <pc:docMk/>
            <pc:sldMk cId="698893982" sldId="290"/>
            <ac:spMk id="3" creationId="{640A1D5E-D5DF-8A16-6B31-AE22BA5A03BD}"/>
          </ac:spMkLst>
        </pc:spChg>
      </pc:sldChg>
    </pc:docChg>
  </pc:docChgLst>
  <pc:docChgLst>
    <pc:chgData name="Daniel Cregg" userId="S::daniel.cregg@atu.ie::a4417ebc-d1f9-4266-8a6c-2c7f21bbea7f" providerId="AD" clId="Web-{1BE73BD0-EBB4-2540-7405-745F6C49B4FF}"/>
    <pc:docChg chg="addSld delSld">
      <pc:chgData name="Daniel Cregg" userId="S::daniel.cregg@atu.ie::a4417ebc-d1f9-4266-8a6c-2c7f21bbea7f" providerId="AD" clId="Web-{1BE73BD0-EBB4-2540-7405-745F6C49B4FF}" dt="2025-10-09T10:32:49.442" v="1"/>
      <pc:docMkLst>
        <pc:docMk/>
      </pc:docMkLst>
      <pc:sldChg chg="new del">
        <pc:chgData name="Daniel Cregg" userId="S::daniel.cregg@atu.ie::a4417ebc-d1f9-4266-8a6c-2c7f21bbea7f" providerId="AD" clId="Web-{1BE73BD0-EBB4-2540-7405-745F6C49B4FF}" dt="2025-10-09T10:32:49.442" v="1"/>
        <pc:sldMkLst>
          <pc:docMk/>
          <pc:sldMk cId="2230826799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59AD7-9ED0-AD39-1452-72C76C3F5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8918B-BCAA-5621-F980-DDB919C9D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6516C-58B4-F88C-AB46-B8E56B5D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9062D-CC08-19CE-9823-F59BE3CE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174B0-E97A-3BAE-F83D-2EDD6D8FB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5360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8D592-13A7-6A5F-0C49-DDA5A3C2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C649-FD70-146D-6685-98E57396D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22542-267F-F498-9607-68ACF7CC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4A903-8AF3-C65E-7679-063E5A0DB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B462E-5207-BFF9-8DEF-6175AA93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41126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9427-273B-EBF2-1D92-0D069E3A9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4E78A-E3CE-2C94-70DF-487CE0DC9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130E-A80B-B4A6-B3DD-3E5E5DC88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8AD92-5AFE-8B71-052B-A976079B7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6010A-8C99-A25A-8A9D-8B16943A3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44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E6360-1186-F380-9FBC-366D42D7C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790CF-ACCD-5687-E232-0B8245E84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DF550-F233-8D7A-E13D-2BCFB000E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21BB7-6257-ABF4-44B9-9A65D3F00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AEB32-0ED8-AE29-FD3E-CD0CB0BE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C21C7-200F-8194-B3A2-B4B0972F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449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179B0-B9B5-7E34-2CA0-F5A6C0F77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04C9F-7E76-102B-2491-94D53A8C1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948BB-2E64-7C19-DB23-7B7218959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8D4C8-C278-CAE5-986E-FD13BE82B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B9626-9482-A8C9-BA66-9FEC1D5E2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AC493A-E8D3-BCFE-113F-F826CE7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44866-ACF6-AF32-6702-63C48C0FC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998F4A-720C-0EFD-070D-75CA4EAE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5056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5952-5857-077E-779D-2F17853B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54AB32-4FCB-C3E9-78F7-267B4F1DD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21611-E7A7-FD69-660F-369B9A703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C3811-3A5F-5050-F3CC-637AF0F9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863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7C57EB-4F00-FBBA-FD8A-5F1F893D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7BA07B-34CB-8BB7-2B6B-24DD55B9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314CD-2632-B711-7D04-AC642222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4973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11C7-E0B4-DDF9-5B1B-7D705DDC2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595C1-1EB0-C601-5BA8-023FBACFC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1D39B-9AB6-3B49-700F-411471973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13961-ABA6-D131-BE42-400CF412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F6B70-AF76-A4EE-7598-F8C7EF1F0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84078-0787-C86D-F6EA-AEA05DB4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548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44A9-F217-6679-E7FB-540B6372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51BD8-5FA7-190F-6FB5-E4F53A7C4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7B70E-0D83-53A5-D1CB-041A09AB1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4A8D6-A6AB-BB8E-E1CF-90E485820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92170-6E03-8974-9B18-C32ED743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EA83D-2BC0-191E-2F94-48D9310F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08961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69BD-3DB2-A033-D675-78FB82FC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76250-109E-871B-ED2B-F2431FD7D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1F0DD-C53D-1579-7561-B59456657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59EAC-28B7-98D6-0995-726E6999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A3B5E-C0E9-1FB8-7370-C3632AA9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595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B8793-14D8-67C2-1CD5-9B88EB3ED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8B373-2C19-0275-6F5E-909D0AC14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26742-9325-F203-F465-6621BA22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272A6-C7FC-2154-B583-89DC2D7B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990F5-43D3-2AD2-66F1-681116B14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226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C723E-F9F2-42C9-203B-7A3F9AE8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08A2A-C426-B11B-DD6D-7A989F731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C763E-E60A-F478-ADAA-26244DA39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FB60DF-B26E-4099-A191-D59A68A1A14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EE79E-3AF2-3A35-2633-66180E57F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3BD9A-E6EF-C9F6-425B-22D92AE17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D1BE4-00F9-4265-A5E0-5D24B1FD17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7120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ktok.com/@mlgonzo1/video/7553273853900786966?_r=1&amp;_t=ZN-90IycCdYvaQ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425A-5B4D-083F-5D50-6B6B7F3A7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9992" y="1600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E"/>
              <a:t>Retrieval Augmented Generation </a:t>
            </a:r>
            <a:br>
              <a:rPr lang="en-IE"/>
            </a:br>
            <a:r>
              <a:rPr lang="en-IE"/>
              <a:t>(RAG)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7D600-37B4-1A24-078F-B3590E4CF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1416"/>
            <a:ext cx="9144000" cy="466344"/>
          </a:xfrm>
        </p:spPr>
        <p:txBody>
          <a:bodyPr/>
          <a:lstStyle/>
          <a:p>
            <a:r>
              <a:rPr lang="en-US"/>
              <a:t>Making AI Smarter with External Knowledge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2225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4056-D184-ECB4-6150-BA1238EF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82E50-8CBF-D76F-9E8D-6678BC350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2607"/>
          </a:xfrm>
        </p:spPr>
        <p:txBody>
          <a:bodyPr numCol="2">
            <a:normAutofit/>
          </a:bodyPr>
          <a:lstStyle/>
          <a:p>
            <a:pPr>
              <a:buFont typeface="+mj-lt"/>
              <a:buAutoNum type="arabicPeriod"/>
            </a:pPr>
            <a:r>
              <a:rPr lang="en-IE" sz="2000" b="1">
                <a:solidFill>
                  <a:srgbClr val="0D0D0D"/>
                </a:solidFill>
                <a:latin typeface="ui-sans-serif"/>
              </a:rPr>
              <a:t>Introduction to RAG</a:t>
            </a:r>
            <a:endParaRPr lang="en-IE" sz="2000">
              <a:solidFill>
                <a:srgbClr val="0D0D0D"/>
              </a:solidFill>
              <a:latin typeface="ui-sans-serif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What is Retrieval-Augmented Generation?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Why it matters</a:t>
            </a:r>
          </a:p>
          <a:p>
            <a:pPr>
              <a:buFont typeface="+mj-lt"/>
              <a:buAutoNum type="arabicPeriod"/>
            </a:pPr>
            <a:r>
              <a:rPr lang="en-IE" sz="2000" b="1">
                <a:solidFill>
                  <a:srgbClr val="0D0D0D"/>
                </a:solidFill>
                <a:latin typeface="ui-sans-serif"/>
              </a:rPr>
              <a:t>Types of RAG</a:t>
            </a:r>
            <a:endParaRPr lang="en-IE" sz="2000">
              <a:solidFill>
                <a:srgbClr val="0D0D0D"/>
              </a:solidFill>
              <a:latin typeface="ui-sans-serif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Web RAG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Traditional RAG</a:t>
            </a:r>
          </a:p>
          <a:p>
            <a:pPr>
              <a:buFont typeface="+mj-lt"/>
              <a:buAutoNum type="arabicPeriod"/>
            </a:pPr>
            <a:r>
              <a:rPr lang="en-IE" sz="2000" b="1">
                <a:solidFill>
                  <a:srgbClr val="0D0D0D"/>
                </a:solidFill>
                <a:latin typeface="ui-sans-serif"/>
              </a:rPr>
              <a:t>RAG Workflow</a:t>
            </a:r>
            <a:endParaRPr lang="en-IE" sz="2000">
              <a:solidFill>
                <a:srgbClr val="0D0D0D"/>
              </a:solidFill>
              <a:latin typeface="ui-sans-serif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Document loading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Text chunking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Embedding creation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Vector database setup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Query and retrieval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LLM generation</a:t>
            </a:r>
          </a:p>
          <a:p>
            <a:pPr>
              <a:buFont typeface="+mj-lt"/>
              <a:buAutoNum type="arabicPeriod"/>
            </a:pPr>
            <a:r>
              <a:rPr lang="en-IE" sz="2000" b="1">
                <a:solidFill>
                  <a:srgbClr val="0D0D0D"/>
                </a:solidFill>
                <a:latin typeface="ui-sans-serif"/>
              </a:rPr>
              <a:t>Key Components</a:t>
            </a:r>
            <a:endParaRPr lang="en-IE" sz="2000">
              <a:solidFill>
                <a:srgbClr val="0D0D0D"/>
              </a:solidFill>
              <a:latin typeface="ui-sans-serif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Document store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Embedding model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Vector database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Large Language Model (LLM)</a:t>
            </a:r>
          </a:p>
          <a:p>
            <a:pPr>
              <a:buFont typeface="+mj-lt"/>
              <a:buAutoNum type="arabicPeriod"/>
            </a:pPr>
            <a:r>
              <a:rPr lang="en-IE" sz="2000" b="1">
                <a:solidFill>
                  <a:srgbClr val="0D0D0D"/>
                </a:solidFill>
                <a:latin typeface="ui-sans-serif"/>
              </a:rPr>
              <a:t>Benefits and Challenges</a:t>
            </a:r>
            <a:endParaRPr lang="en-IE" sz="2000">
              <a:solidFill>
                <a:srgbClr val="0D0D0D"/>
              </a:solidFill>
              <a:latin typeface="ui-sans-serif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Advantages of RAG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E" sz="2000">
                <a:solidFill>
                  <a:srgbClr val="0D0D0D"/>
                </a:solidFill>
                <a:latin typeface="ui-sans-serif"/>
              </a:rPr>
              <a:t>Common pitfalls and solutions</a:t>
            </a:r>
          </a:p>
          <a:p>
            <a:pPr>
              <a:buFont typeface="+mj-lt"/>
              <a:buAutoNum type="arabicPeriod"/>
            </a:pPr>
            <a:r>
              <a:rPr lang="en-IE" sz="2000" b="1">
                <a:solidFill>
                  <a:srgbClr val="0D0D0D"/>
                </a:solidFill>
                <a:latin typeface="ui-sans-serif"/>
              </a:rPr>
              <a:t>Conclusion and Q&amp;A</a:t>
            </a:r>
            <a:endParaRPr lang="en-IE" sz="2000"/>
          </a:p>
        </p:txBody>
      </p:sp>
    </p:spTree>
    <p:extLst>
      <p:ext uri="{BB962C8B-B14F-4D97-AF65-F5344CB8AC3E}">
        <p14:creationId xmlns:p14="http://schemas.microsoft.com/office/powerpoint/2010/main" val="287814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41A9-4DD9-0896-200A-6C3B1179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What is RAG?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DA317-B198-F64F-5579-0BA5A021A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12608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/>
              <a:t>Retrieval</a:t>
            </a:r>
            <a:r>
              <a:rPr lang="en-US"/>
              <a:t> - The process of searching through and fetching relevant information from an external knowledge base, database, or document collection. Think of it like a search engine finding the most relevant documents based on a query.</a:t>
            </a:r>
          </a:p>
          <a:p>
            <a:r>
              <a:rPr lang="en-US" b="1"/>
              <a:t>Augmented</a:t>
            </a:r>
            <a:r>
              <a:rPr lang="en-US"/>
              <a:t> - Enhanced or supplemented. The model's capabilities are being boosted by adding external information to what it already knows from training.</a:t>
            </a:r>
          </a:p>
          <a:p>
            <a:r>
              <a:rPr lang="en-US" b="1"/>
              <a:t>Generation</a:t>
            </a:r>
            <a:r>
              <a:rPr lang="en-US"/>
              <a:t> - The creation of new text responses by the language model. This is what LLMs do naturally - they generate coherent text based on patterns learned during training.</a:t>
            </a:r>
          </a:p>
          <a:p>
            <a:endParaRPr lang="en-US" b="1"/>
          </a:p>
          <a:p>
            <a:pPr marL="0" indent="0">
              <a:buNone/>
            </a:pPr>
            <a:r>
              <a:rPr lang="en-US" i="1"/>
              <a:t>RAG is a technique where, before generating a response, the system first retrieves relevant information from external sources, then uses that retrieved context to inform and improve its generated answer.</a:t>
            </a:r>
          </a:p>
          <a:p>
            <a:endParaRPr lang="en-IE"/>
          </a:p>
        </p:txBody>
      </p:sp>
      <p:pic>
        <p:nvPicPr>
          <p:cNvPr id="5" name="Picture 4" descr="A close-up of a paper&#10;&#10;AI-generated content may be incorrect.">
            <a:extLst>
              <a:ext uri="{FF2B5EF4-FFF2-40B4-BE49-F238E27FC236}">
                <a16:creationId xmlns:a16="http://schemas.microsoft.com/office/drawing/2014/main" id="{946E5EA8-FDB2-FBDD-AB2B-3F732FC6C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235" y="0"/>
            <a:ext cx="17249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17AA7-168E-7CCD-52A4-6D0FAD6D6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Types of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8118D-4F80-7FF6-B5F5-343C5C5E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E"/>
              <a:t>Web RAG</a:t>
            </a:r>
          </a:p>
          <a:p>
            <a:pPr marL="514350" indent="-514350">
              <a:buFont typeface="+mj-lt"/>
              <a:buAutoNum type="arabicPeriod"/>
            </a:pPr>
            <a:r>
              <a:rPr lang="en-IE"/>
              <a:t>Traditional RAG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2633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E298-F3DF-AD2C-F0A9-FC9A81BB6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Web RAG - Web Augmented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5F716-1608-8C9C-5CE5-09C4D82DB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RAG the retrieves from:</a:t>
            </a:r>
          </a:p>
          <a:p>
            <a:pPr lvl="1"/>
            <a:r>
              <a:rPr lang="en-US" b="0" i="0">
                <a:solidFill>
                  <a:srgbClr val="141413"/>
                </a:solidFill>
                <a:effectLst/>
                <a:latin typeface="anthropicSerif"/>
              </a:rPr>
              <a:t>Search engine results</a:t>
            </a:r>
          </a:p>
          <a:p>
            <a:pPr lvl="1">
              <a:spcBef>
                <a:spcPts val="450"/>
              </a:spcBef>
            </a:pPr>
            <a:r>
              <a:rPr lang="en-US" b="0" i="0">
                <a:solidFill>
                  <a:srgbClr val="141413"/>
                </a:solidFill>
                <a:effectLst/>
                <a:latin typeface="anthropicSerif"/>
              </a:rPr>
              <a:t>Public websites</a:t>
            </a:r>
          </a:p>
          <a:p>
            <a:pPr lvl="1">
              <a:spcBef>
                <a:spcPts val="450"/>
              </a:spcBef>
            </a:pPr>
            <a:r>
              <a:rPr lang="en-US" b="0" i="0">
                <a:solidFill>
                  <a:srgbClr val="141413"/>
                </a:solidFill>
                <a:effectLst/>
                <a:latin typeface="anthropicSerif"/>
              </a:rPr>
              <a:t>Real-time internet data</a:t>
            </a:r>
          </a:p>
          <a:p>
            <a:r>
              <a:rPr lang="en-US" b="0" i="0">
                <a:solidFill>
                  <a:srgbClr val="141413"/>
                </a:solidFill>
                <a:effectLst/>
                <a:latin typeface="anthropicSerif"/>
              </a:rPr>
              <a:t>This is sometimes called "search-augmented generation" or similar terms, though it's still fundamentally the same RAG concept.</a:t>
            </a:r>
          </a:p>
          <a:p>
            <a:r>
              <a:rPr lang="en-US"/>
              <a:t>Internet search gives broader, current information but may return less focused results</a:t>
            </a:r>
          </a:p>
          <a:p>
            <a:r>
              <a:rPr lang="en-IE">
                <a:solidFill>
                  <a:srgbClr val="141413"/>
                </a:solidFill>
                <a:latin typeface="anthropicSerif"/>
              </a:rPr>
              <a:t>W</a:t>
            </a:r>
            <a:r>
              <a:rPr lang="en-IE" b="0" i="0">
                <a:solidFill>
                  <a:srgbClr val="141413"/>
                </a:solidFill>
                <a:effectLst/>
                <a:latin typeface="anthropicSerif"/>
              </a:rPr>
              <a:t>eb RAG uses search engines not vector databases. </a:t>
            </a:r>
            <a:r>
              <a:rPr lang="en-US" b="0" i="0">
                <a:solidFill>
                  <a:srgbClr val="141413"/>
                </a:solidFill>
                <a:effectLst/>
                <a:latin typeface="anthropicSerif"/>
              </a:rPr>
              <a:t>S</a:t>
            </a:r>
            <a:r>
              <a:rPr lang="en-US"/>
              <a:t>earch engines themselves </a:t>
            </a:r>
            <a:r>
              <a:rPr lang="en-US" i="1"/>
              <a:t>might</a:t>
            </a:r>
            <a:r>
              <a:rPr lang="en-US"/>
              <a:t> use embeddings and vector similarity internally (modern search engines do), but that's completely abstracted away from you.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306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6286-82CA-9B45-07A7-91EEFB565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Traditional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57673-90E7-8264-2E02-C4B08CE05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RAG the retrieves from:</a:t>
            </a:r>
          </a:p>
          <a:p>
            <a:pPr lvl="1"/>
            <a:r>
              <a:rPr lang="en-US"/>
              <a:t>Private document collections</a:t>
            </a:r>
          </a:p>
          <a:p>
            <a:pPr lvl="1"/>
            <a:r>
              <a:rPr lang="en-US"/>
              <a:t>Internal knowledge bases</a:t>
            </a:r>
          </a:p>
          <a:p>
            <a:pPr lvl="1"/>
            <a:r>
              <a:rPr lang="en-US"/>
              <a:t>Curated databases</a:t>
            </a:r>
          </a:p>
          <a:p>
            <a:pPr lvl="1"/>
            <a:r>
              <a:rPr lang="en-US"/>
              <a:t>Company-specific content</a:t>
            </a:r>
          </a:p>
          <a:p>
            <a:r>
              <a:rPr lang="en-US"/>
              <a:t>This is the most common use case because organizations want the LLM to answer questions based on </a:t>
            </a:r>
            <a:r>
              <a:rPr lang="en-US" i="1"/>
              <a:t>their specific</a:t>
            </a:r>
            <a:r>
              <a:rPr lang="en-US"/>
              <a:t> documents and data.</a:t>
            </a:r>
          </a:p>
          <a:p>
            <a:r>
              <a:rPr lang="en-IE" b="0" i="0">
                <a:solidFill>
                  <a:srgbClr val="141413"/>
                </a:solidFill>
                <a:effectLst/>
                <a:latin typeface="anthropicSerif"/>
              </a:rPr>
              <a:t>Private documents usually provide more controlled, relevant results for specific domains</a:t>
            </a:r>
          </a:p>
          <a:p>
            <a:pPr>
              <a:spcBef>
                <a:spcPts val="450"/>
              </a:spcBef>
            </a:pPr>
            <a:r>
              <a:rPr lang="en-IE">
                <a:solidFill>
                  <a:srgbClr val="141413"/>
                </a:solidFill>
                <a:latin typeface="anthropicSerif"/>
              </a:rPr>
              <a:t>U</a:t>
            </a:r>
            <a:r>
              <a:rPr lang="en-IE" b="0" i="0">
                <a:solidFill>
                  <a:srgbClr val="141413"/>
                </a:solidFill>
                <a:effectLst/>
                <a:latin typeface="anthropicSerif"/>
              </a:rPr>
              <a:t>ses vector databases for semantic search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447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E3F43-5DB4-2071-B659-3D0F454D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Why RAG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B4915-275B-46CF-7281-04AFDD21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>
                <a:solidFill>
                  <a:srgbClr val="141413"/>
                </a:solidFill>
                <a:effectLst/>
                <a:latin typeface="anthropicSerif"/>
              </a:rPr>
              <a:t>It lets models access up-to-date information beyond their training data</a:t>
            </a:r>
          </a:p>
          <a:p>
            <a:pPr>
              <a:spcBef>
                <a:spcPts val="450"/>
              </a:spcBef>
            </a:pPr>
            <a:r>
              <a:rPr lang="en-US" b="0" i="0">
                <a:solidFill>
                  <a:srgbClr val="141413"/>
                </a:solidFill>
                <a:effectLst/>
                <a:latin typeface="anthropicSerif"/>
              </a:rPr>
              <a:t>It provides a way to ground responses in specific, verifiable sources</a:t>
            </a:r>
          </a:p>
          <a:p>
            <a:pPr>
              <a:spcBef>
                <a:spcPts val="450"/>
              </a:spcBef>
            </a:pPr>
            <a:r>
              <a:rPr lang="en-US" b="0" i="0">
                <a:solidFill>
                  <a:srgbClr val="141413"/>
                </a:solidFill>
                <a:effectLst/>
                <a:latin typeface="anthropicSerif"/>
              </a:rPr>
              <a:t>It's particularly useful for domain-specific applications where you want the model to draw from a particular knowledge base</a:t>
            </a:r>
          </a:p>
          <a:p>
            <a:r>
              <a:rPr lang="en-US" b="0" i="0">
                <a:solidFill>
                  <a:srgbClr val="141413"/>
                </a:solidFill>
                <a:effectLst/>
                <a:latin typeface="anthropicSerif"/>
              </a:rPr>
              <a:t>Instead of relying solely on what an LLM learned during training, a RAG system might first search your course materials, retrieve relevant sections about Java inheritance, and then generate an explanation that's grounded in those specific materials.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0723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09CC-9B63-BAD0-ACAA-4717EDA7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RAG Workflow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66F300A-9676-B890-7018-10979A017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12" y="1366786"/>
            <a:ext cx="11192889" cy="5491213"/>
          </a:xfrm>
        </p:spPr>
      </p:pic>
    </p:spTree>
    <p:extLst>
      <p:ext uri="{BB962C8B-B14F-4D97-AF65-F5344CB8AC3E}">
        <p14:creationId xmlns:p14="http://schemas.microsoft.com/office/powerpoint/2010/main" val="217303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Pipeline: Document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/>
              <a:t>First step</a:t>
            </a:r>
            <a:r>
              <a:t> in building a RAG system</a:t>
            </a:r>
          </a:p>
          <a:p>
            <a:r>
              <a:t>Sources can include PDFs, Word documents, web pages, text files, databases</a:t>
            </a:r>
          </a:p>
          <a:p>
            <a:r>
              <a:t>Data extraction tools convert various formats into plain text</a:t>
            </a:r>
          </a:p>
          <a:p>
            <a:r>
              <a:t>Common libraries: PyPDF2, </a:t>
            </a:r>
            <a:r>
              <a:rPr err="1"/>
              <a:t>pdfplumber</a:t>
            </a:r>
            <a:r>
              <a:t>, </a:t>
            </a:r>
            <a:r>
              <a:rPr err="1"/>
              <a:t>BeautifulSoup</a:t>
            </a:r>
            <a:r>
              <a:t>, Docx2txt</a:t>
            </a:r>
          </a:p>
          <a:p>
            <a:r>
              <a:t>May require preprocessing: removing headers/footers, cleaning formatting</a:t>
            </a:r>
          </a:p>
          <a:p>
            <a:r>
              <a:rPr b="1"/>
              <a:t>Goal</a:t>
            </a:r>
            <a:r>
              <a:t>: Convert all source material into consistent text format for 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Pipeline: Text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Breaking documents into smaller, manageable pieces</a:t>
            </a:r>
          </a:p>
          <a:p>
            <a:r>
              <a:t>Typical chunk size: 500-1000 tokens (roughly 300-700 words)</a:t>
            </a:r>
          </a:p>
          <a:p>
            <a:r>
              <a:t>Overlap between chunks (50-200 tokens) prevents context loss at boundaries</a:t>
            </a:r>
          </a:p>
          <a:p>
            <a:r>
              <a:t>Chunking strategies:</a:t>
            </a:r>
          </a:p>
          <a:p>
            <a:pPr lvl="1"/>
            <a:r>
              <a:t>Fixed-size chunking - Split by character/token count</a:t>
            </a:r>
          </a:p>
          <a:p>
            <a:pPr lvl="1"/>
            <a:r>
              <a:t>Sentence-based - Keep sentences intact</a:t>
            </a:r>
          </a:p>
          <a:p>
            <a:pPr lvl="1"/>
            <a:r>
              <a:t>Paragraph-based - Preserve document structure</a:t>
            </a:r>
          </a:p>
          <a:p>
            <a:pPr lvl="1"/>
            <a:r>
              <a:t>Semantic chunking - Split based on topic changes</a:t>
            </a:r>
          </a:p>
          <a:p>
            <a:r>
              <a:t>Poor chunking can split important context and reduce retrieval quality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4E2B-1F0D-F4BF-C5D6-F462A0DF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Chunking with Overlap Example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8BE85-4C66-6C3C-EE49-21BB16BCF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66288" cy="4351338"/>
          </a:xfrm>
        </p:spPr>
        <p:txBody>
          <a:bodyPr/>
          <a:lstStyle/>
          <a:p>
            <a:r>
              <a:rPr lang="en-US"/>
              <a:t>Overlapping maintains context between chunks for better retrieval accuracy</a:t>
            </a:r>
            <a:endParaRPr lang="en-I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46BD97-3247-E15A-840C-41C0023B9A6F}"/>
              </a:ext>
            </a:extLst>
          </p:cNvPr>
          <p:cNvGraphicFramePr>
            <a:graphicFrameLocks noGrp="1"/>
          </p:cNvGraphicFramePr>
          <p:nvPr/>
        </p:nvGraphicFramePr>
        <p:xfrm>
          <a:off x="4251403" y="1825625"/>
          <a:ext cx="7468713" cy="4420304"/>
        </p:xfrm>
        <a:graphic>
          <a:graphicData uri="http://schemas.openxmlformats.org/drawingml/2006/table">
            <a:tbl>
              <a:tblPr/>
              <a:tblGrid>
                <a:gridCol w="2489571">
                  <a:extLst>
                    <a:ext uri="{9D8B030D-6E8A-4147-A177-3AD203B41FA5}">
                      <a16:colId xmlns:a16="http://schemas.microsoft.com/office/drawing/2014/main" val="1573248116"/>
                    </a:ext>
                  </a:extLst>
                </a:gridCol>
                <a:gridCol w="2489571">
                  <a:extLst>
                    <a:ext uri="{9D8B030D-6E8A-4147-A177-3AD203B41FA5}">
                      <a16:colId xmlns:a16="http://schemas.microsoft.com/office/drawing/2014/main" val="1503564308"/>
                    </a:ext>
                  </a:extLst>
                </a:gridCol>
                <a:gridCol w="2489571">
                  <a:extLst>
                    <a:ext uri="{9D8B030D-6E8A-4147-A177-3AD203B41FA5}">
                      <a16:colId xmlns:a16="http://schemas.microsoft.com/office/drawing/2014/main" val="1004480259"/>
                    </a:ext>
                  </a:extLst>
                </a:gridCol>
              </a:tblGrid>
              <a:tr h="259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300" b="1"/>
                        <a:t>Chunk #</a:t>
                      </a:r>
                      <a:endParaRPr lang="en-IE" sz="13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300" b="1"/>
                        <a:t>Text Segment</a:t>
                      </a:r>
                      <a:endParaRPr lang="en-IE" sz="13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300" b="1"/>
                        <a:t>Notes</a:t>
                      </a:r>
                      <a:endParaRPr lang="en-IE" sz="13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599586"/>
                  </a:ext>
                </a:extLst>
              </a:tr>
              <a:tr h="1233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300" b="1"/>
                        <a:t>Chunk 1</a:t>
                      </a:r>
                      <a:endParaRPr lang="en-IE" sz="13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“</a:t>
                      </a:r>
                      <a:r>
                        <a:rPr lang="en-US" sz="1300">
                          <a:solidFill>
                            <a:srgbClr val="0070C0"/>
                          </a:solidFill>
                        </a:rPr>
                        <a:t>Artificial intelligence is transforming industries around the world. </a:t>
                      </a:r>
                      <a:r>
                        <a:rPr lang="en-US" sz="1300">
                          <a:solidFill>
                            <a:srgbClr val="7030A0"/>
                          </a:solidFill>
                        </a:rPr>
                        <a:t>Machine learning enables systems to improve automatically through experience.”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Covers intro and ML definition.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095949"/>
                  </a:ext>
                </a:extLst>
              </a:tr>
              <a:tr h="142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300" b="1"/>
                        <a:t>Chunk 2</a:t>
                      </a:r>
                      <a:endParaRPr lang="en-IE" sz="13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“</a:t>
                      </a:r>
                      <a:r>
                        <a:rPr lang="en-US" sz="1300">
                          <a:solidFill>
                            <a:srgbClr val="7030A0"/>
                          </a:solidFill>
                        </a:rPr>
                        <a:t>Machine learning enables systems to improve automatically through experience. </a:t>
                      </a:r>
                      <a:r>
                        <a:rPr lang="en-US" sz="1300">
                          <a:solidFill>
                            <a:srgbClr val="FF0000"/>
                          </a:solidFill>
                        </a:rPr>
                        <a:t>Deep learning, a subset of machine learning, uses neural networks with many layers to analyze complex data.”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30% overlap for context continuity.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835031"/>
                  </a:ext>
                </a:extLst>
              </a:tr>
              <a:tr h="142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300" b="1"/>
                        <a:t>Chunk 3</a:t>
                      </a:r>
                      <a:endParaRPr lang="en-IE" sz="1300"/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“</a:t>
                      </a:r>
                      <a:r>
                        <a:rPr lang="en-US" sz="1300">
                          <a:solidFill>
                            <a:srgbClr val="FF0000"/>
                          </a:solidFill>
                        </a:rPr>
                        <a:t>Deep learning, a subset of machine learning, uses neural networks with many layers to analyze complex data. </a:t>
                      </a:r>
                      <a:r>
                        <a:rPr lang="en-US" sz="1300">
                          <a:solidFill>
                            <a:schemeClr val="accent3"/>
                          </a:solidFill>
                        </a:rPr>
                        <a:t>These technologies are driving innovations in healthcare, finance, and education.”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Continues with same overlap pattern.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524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271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Pipeline: Creating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Converts text chunks into numerical vectors (embeddings)</a:t>
            </a:r>
          </a:p>
          <a:p>
            <a:r>
              <a:t>Embeddings capture semantic meaning - similar concepts have similar vectors</a:t>
            </a:r>
          </a:p>
          <a:p>
            <a:r>
              <a:t>Each chunk becomes a vector of typically 384-1536 dimensions</a:t>
            </a:r>
          </a:p>
          <a:p>
            <a:r>
              <a:t>Popular embedding models:</a:t>
            </a:r>
          </a:p>
          <a:p>
            <a:pPr lvl="1"/>
            <a:r>
              <a:t>OpenAI text-embedding-3-small/large</a:t>
            </a:r>
          </a:p>
          <a:p>
            <a:pPr lvl="1"/>
            <a:r>
              <a:t>Sentence-Transformers (e.g., all-MiniLM-L6-v2)</a:t>
            </a:r>
          </a:p>
          <a:p>
            <a:pPr lvl="1"/>
            <a:r>
              <a:t>Google's text-embedding-gecko</a:t>
            </a:r>
          </a:p>
          <a:p>
            <a:pPr lvl="1"/>
            <a:r>
              <a:t>Cohere embed-english-v3.0</a:t>
            </a:r>
          </a:p>
          <a:p>
            <a:r>
              <a:rPr b="1"/>
              <a:t>Important</a:t>
            </a:r>
            <a:r>
              <a:t>: Same model must be used for both documents and queries</a:t>
            </a:r>
          </a:p>
          <a:p>
            <a:r>
              <a:t>Quality of embeddings directly impacts retrieval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8C504-DA03-A7BF-E464-46F4AECC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Vector Embedding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6870E-D0CE-938B-711C-9BE3E642B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Each vector is a list of numbers representing the phrase in semantic space — real embeddings usually have 768–1536 dimensions.</a:t>
            </a:r>
            <a:endParaRPr lang="en-I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ECC6C2-EF84-FB4D-F296-FF60B90FC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181940"/>
              </p:ext>
            </p:extLst>
          </p:nvPr>
        </p:nvGraphicFramePr>
        <p:xfrm>
          <a:off x="838200" y="2995454"/>
          <a:ext cx="10515600" cy="20116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6225633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251246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99726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Phrase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518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“A cat sits on the mat.”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sentence about a cat.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779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“A kitten is lying on the rug.”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similar meaning — same topic (cat on surface).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346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“The car engine is running fast.”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Completely different topic (mechanical).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03964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763F1F-B940-4C96-62B2-696761AD8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500467"/>
              </p:ext>
            </p:extLst>
          </p:nvPr>
        </p:nvGraphicFramePr>
        <p:xfrm>
          <a:off x="838200" y="5134547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8972167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7739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Phrase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Example 8-D Embedding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85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1️⃣ A cat sits on the mat.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[0.11, </a:t>
                      </a:r>
                      <a:r>
                        <a:rPr lang="en-IE" b="1"/>
                        <a:t>0.87</a:t>
                      </a:r>
                      <a:r>
                        <a:rPr lang="en-IE"/>
                        <a:t>, 0.64, 0.02, </a:t>
                      </a:r>
                      <a:r>
                        <a:rPr lang="en-IE" b="1"/>
                        <a:t>0.93</a:t>
                      </a:r>
                      <a:r>
                        <a:rPr lang="en-IE"/>
                        <a:t>, 0.44, 0.55, 0.10]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38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2️⃣ A kitten is lying on the rug.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[0.14, </a:t>
                      </a:r>
                      <a:r>
                        <a:rPr lang="en-IE" b="1"/>
                        <a:t>0.85</a:t>
                      </a:r>
                      <a:r>
                        <a:rPr lang="en-IE"/>
                        <a:t>, 0.67, 0.03, </a:t>
                      </a:r>
                      <a:r>
                        <a:rPr lang="en-IE" b="1"/>
                        <a:t>0.91</a:t>
                      </a:r>
                      <a:r>
                        <a:rPr lang="en-IE"/>
                        <a:t>, 0.46, 0.58, 0.12]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641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3️⃣ The car engine is running fast.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[0.90, 0.12, 0.33, 0.88, 0.15, 0.72, 0.11, 0.95]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304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964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C4A5-369C-9276-F2FD-DCDE7EFED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Vector Embedding Example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B3F05-26D4-341E-54F3-70382E8D0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>
                <a:solidFill>
                  <a:srgbClr val="0D0D0D"/>
                </a:solidFill>
                <a:latin typeface="ui-sans-serif"/>
              </a:rPr>
              <a:t>Phrases </a:t>
            </a:r>
            <a:r>
              <a:rPr lang="en-IE" b="1">
                <a:solidFill>
                  <a:srgbClr val="0D0D0D"/>
                </a:solidFill>
                <a:latin typeface="ui-sans-serif"/>
              </a:rPr>
              <a:t>1</a:t>
            </a:r>
            <a:r>
              <a:rPr lang="en-IE">
                <a:solidFill>
                  <a:srgbClr val="0D0D0D"/>
                </a:solidFill>
                <a:latin typeface="ui-sans-serif"/>
              </a:rPr>
              <a:t> and </a:t>
            </a:r>
            <a:r>
              <a:rPr lang="en-IE" b="1">
                <a:solidFill>
                  <a:srgbClr val="0D0D0D"/>
                </a:solidFill>
                <a:latin typeface="ui-sans-serif"/>
              </a:rPr>
              <a:t>2</a:t>
            </a:r>
            <a:r>
              <a:rPr lang="en-IE">
                <a:solidFill>
                  <a:srgbClr val="0D0D0D"/>
                </a:solidFill>
                <a:latin typeface="ui-sans-serif"/>
              </a:rPr>
              <a:t> have </a:t>
            </a:r>
            <a:r>
              <a:rPr lang="en-IE" b="1">
                <a:solidFill>
                  <a:srgbClr val="0D0D0D"/>
                </a:solidFill>
                <a:latin typeface="ui-sans-serif"/>
              </a:rPr>
              <a:t>similar vector patterns</a:t>
            </a:r>
            <a:r>
              <a:rPr lang="en-IE">
                <a:solidFill>
                  <a:srgbClr val="0D0D0D"/>
                </a:solidFill>
                <a:latin typeface="ui-sans-serif"/>
              </a:rPr>
              <a:t> (high in positions 2 &amp; 5 → “animal/resting” semantics).</a:t>
            </a:r>
          </a:p>
          <a:p>
            <a:r>
              <a:rPr lang="en-IE">
                <a:solidFill>
                  <a:srgbClr val="0D0D0D"/>
                </a:solidFill>
                <a:latin typeface="ui-sans-serif"/>
              </a:rPr>
              <a:t>Phrase </a:t>
            </a:r>
            <a:r>
              <a:rPr lang="en-IE" b="1">
                <a:solidFill>
                  <a:srgbClr val="0D0D0D"/>
                </a:solidFill>
                <a:latin typeface="ui-sans-serif"/>
              </a:rPr>
              <a:t>3</a:t>
            </a:r>
            <a:r>
              <a:rPr lang="en-IE">
                <a:solidFill>
                  <a:srgbClr val="0D0D0D"/>
                </a:solidFill>
                <a:latin typeface="ui-sans-serif"/>
              </a:rPr>
              <a:t> is </a:t>
            </a:r>
            <a:r>
              <a:rPr lang="en-IE" b="1">
                <a:solidFill>
                  <a:srgbClr val="0D0D0D"/>
                </a:solidFill>
                <a:latin typeface="ui-sans-serif"/>
              </a:rPr>
              <a:t>very different</a:t>
            </a:r>
            <a:r>
              <a:rPr lang="en-IE">
                <a:solidFill>
                  <a:srgbClr val="0D0D0D"/>
                </a:solidFill>
                <a:latin typeface="ui-sans-serif"/>
              </a:rPr>
              <a:t> — high values in completely different dimensions (mechanical / motion).</a:t>
            </a:r>
          </a:p>
          <a:p>
            <a:r>
              <a:rPr lang="en-IE">
                <a:solidFill>
                  <a:srgbClr val="0D0D0D"/>
                </a:solidFill>
                <a:latin typeface="ui-sans-serif"/>
              </a:rPr>
              <a:t>In a semantic vector space,</a:t>
            </a:r>
          </a:p>
          <a:p>
            <a:pPr marL="742950" lvl="1" indent="-285750"/>
            <a:r>
              <a:rPr lang="en-IE" b="1">
                <a:solidFill>
                  <a:srgbClr val="0D0D0D"/>
                </a:solidFill>
                <a:latin typeface="ui-sans-serif"/>
              </a:rPr>
              <a:t>cosine similarity(1,2)</a:t>
            </a:r>
            <a:r>
              <a:rPr lang="en-IE">
                <a:solidFill>
                  <a:srgbClr val="0D0D0D"/>
                </a:solidFill>
                <a:latin typeface="ui-sans-serif"/>
              </a:rPr>
              <a:t> ≈ </a:t>
            </a:r>
            <a:r>
              <a:rPr lang="en-IE" b="1">
                <a:solidFill>
                  <a:srgbClr val="0D0D0D"/>
                </a:solidFill>
                <a:latin typeface="ui-sans-serif"/>
              </a:rPr>
              <a:t>0.96</a:t>
            </a:r>
            <a:r>
              <a:rPr lang="en-IE">
                <a:solidFill>
                  <a:srgbClr val="0D0D0D"/>
                </a:solidFill>
                <a:latin typeface="ui-sans-serif"/>
              </a:rPr>
              <a:t> (very close)</a:t>
            </a:r>
          </a:p>
          <a:p>
            <a:pPr marL="742950" lvl="1" indent="-285750"/>
            <a:r>
              <a:rPr lang="en-IE" b="1">
                <a:solidFill>
                  <a:srgbClr val="0D0D0D"/>
                </a:solidFill>
                <a:latin typeface="ui-sans-serif"/>
              </a:rPr>
              <a:t>cosine similarity(1,3)</a:t>
            </a:r>
            <a:r>
              <a:rPr lang="en-IE">
                <a:solidFill>
                  <a:srgbClr val="0D0D0D"/>
                </a:solidFill>
                <a:latin typeface="ui-sans-serif"/>
              </a:rPr>
              <a:t> ≈ </a:t>
            </a:r>
            <a:r>
              <a:rPr lang="en-IE" b="1">
                <a:solidFill>
                  <a:srgbClr val="0D0D0D"/>
                </a:solidFill>
                <a:latin typeface="ui-sans-serif"/>
              </a:rPr>
              <a:t>0.20</a:t>
            </a:r>
            <a:r>
              <a:rPr lang="en-IE">
                <a:solidFill>
                  <a:srgbClr val="0D0D0D"/>
                </a:solidFill>
                <a:latin typeface="ui-sans-serif"/>
              </a:rPr>
              <a:t> (distant)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74327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Pipeline: Vector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Specialized database optimized for storing and searching embeddings</a:t>
            </a:r>
          </a:p>
          <a:p>
            <a:r>
              <a:t>Enables fast similarity search across millions of vectors</a:t>
            </a:r>
          </a:p>
          <a:p>
            <a:r>
              <a:t>Stores both the embedding vector and the original text chunk</a:t>
            </a:r>
          </a:p>
          <a:p>
            <a:r>
              <a:t>Popular vector databases:</a:t>
            </a:r>
          </a:p>
          <a:p>
            <a:pPr lvl="1"/>
            <a:r>
              <a:t>Pinecone - Managed cloud service</a:t>
            </a:r>
          </a:p>
          <a:p>
            <a:pPr lvl="1"/>
            <a:r>
              <a:t>Weaviate - Open source with cloud option</a:t>
            </a:r>
          </a:p>
          <a:p>
            <a:pPr lvl="1"/>
            <a:r>
              <a:rPr err="1"/>
              <a:t>ChromaDB</a:t>
            </a:r>
            <a:r>
              <a:t> - Lightweight, easy to use</a:t>
            </a:r>
          </a:p>
          <a:p>
            <a:pPr lvl="1"/>
            <a:r>
              <a:rPr err="1"/>
              <a:t>Qdrant</a:t>
            </a:r>
            <a:r>
              <a:t> - High-performance open source</a:t>
            </a:r>
          </a:p>
          <a:p>
            <a:pPr lvl="1"/>
            <a:r>
              <a:t>FAISS - Facebook's similarity search library</a:t>
            </a:r>
          </a:p>
          <a:p>
            <a:r>
              <a:t>Uses algorithms like HNSW, IVF for efficient approximate nearest neighbor search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7661-B693-AF3F-D4D3-C2700F459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14673" cy="1325563"/>
          </a:xfrm>
        </p:spPr>
        <p:txBody>
          <a:bodyPr/>
          <a:lstStyle/>
          <a:p>
            <a:r>
              <a:rPr lang="en-IE"/>
              <a:t>Vector Database Visualized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C9B89-00D2-B74D-80F5-BFD960FBA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1026" name="Picture 2" descr="A Gentle Introduction to Vector Databases | Weaviate">
            <a:extLst>
              <a:ext uri="{FF2B5EF4-FFF2-40B4-BE49-F238E27FC236}">
                <a16:creationId xmlns:a16="http://schemas.microsoft.com/office/drawing/2014/main" id="{6FA9C8D1-C403-8178-F37D-9A651B171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757" y="0"/>
            <a:ext cx="6711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928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</a:t>
            </a:r>
            <a:r>
              <a:rPr lang="en-IE"/>
              <a:t> (Phase 2)</a:t>
            </a:r>
            <a:r>
              <a:t>: Query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User's question is converted into an embedding vector</a:t>
            </a:r>
          </a:p>
          <a:p>
            <a:r>
              <a:t>Must use the same embedding model as the document chunks</a:t>
            </a:r>
          </a:p>
          <a:p>
            <a:r>
              <a:t>Query embedding is typically much shorter than document chunks</a:t>
            </a:r>
          </a:p>
          <a:p>
            <a:r>
              <a:t>The vector representation allows semantic matching, not just keyword matching</a:t>
            </a:r>
          </a:p>
          <a:p>
            <a:r>
              <a:t>Example: Query 'how to loop in programming' matches chunks about 'for loops' and 'iteration'</a:t>
            </a:r>
          </a:p>
          <a:p>
            <a:r>
              <a:t>Query preprocessing may help: removing stop words, expanding abbreviations</a:t>
            </a:r>
          </a:p>
          <a:p>
            <a:r>
              <a:t>This step happens in real-time for each user query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Pipeline: Vector Search and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Vector database finds chunks most similar to the query embedding</a:t>
            </a:r>
          </a:p>
          <a:p>
            <a:r>
              <a:t>Similarity measured using cosine similarity or euclidean distance</a:t>
            </a:r>
          </a:p>
          <a:p>
            <a:r>
              <a:t>Typically retrieve top 3-5 most relevant chunks (configurable)</a:t>
            </a:r>
          </a:p>
          <a:p>
            <a:r>
              <a:t>Returns both the text chunks and their similarity scores</a:t>
            </a:r>
          </a:p>
          <a:p>
            <a:r>
              <a:t>Can apply filters: date ranges, document types, metadata</a:t>
            </a:r>
          </a:p>
          <a:p>
            <a:r>
              <a:t>May use re-ranking models to improve relevance of top results</a:t>
            </a:r>
          </a:p>
          <a:p>
            <a:r>
              <a:t>Trade-off between number of chunks and context window size</a:t>
            </a:r>
          </a:p>
          <a:p>
            <a:r>
              <a:t>Retrieved chunks provide the 'grounding' context for the LLM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Pipeline: LLM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r>
              <a:t>Final step: LLM generates answer using query + retrieved context</a:t>
            </a:r>
          </a:p>
          <a:p>
            <a:r>
              <a:t>Prompt structure typically includes:</a:t>
            </a:r>
          </a:p>
          <a:p>
            <a:pPr lvl="1"/>
            <a:r>
              <a:t>System instructions (role, behavior guidelines)</a:t>
            </a:r>
          </a:p>
          <a:p>
            <a:pPr lvl="1"/>
            <a:r>
              <a:t>Retrieved document chunks (the 'context')</a:t>
            </a:r>
          </a:p>
          <a:p>
            <a:pPr lvl="1"/>
            <a:r>
              <a:t>User's original question</a:t>
            </a:r>
          </a:p>
          <a:p>
            <a:pPr lvl="1"/>
            <a:r>
              <a:t>Instructions to cite sources or stay within context</a:t>
            </a:r>
          </a:p>
          <a:p>
            <a:r>
              <a:t>LLM synthesizes information from multiple chunks into coherent answer</a:t>
            </a:r>
          </a:p>
          <a:p>
            <a:r>
              <a:t>Can include source citations by referencing specific chunks</a:t>
            </a:r>
          </a:p>
          <a:p>
            <a:r>
              <a:t>If context doesn't contain answer, LLM should acknowledge this</a:t>
            </a:r>
          </a:p>
          <a:p>
            <a:r>
              <a:t>Quality depends on both retrieval accuracy and LLM capabilities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Process Step-by-Step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Phase 1: Indexing (One-time setup)</a:t>
            </a:r>
          </a:p>
          <a:p>
            <a:pPr lvl="1">
              <a:defRPr>
                <a:latin typeface="anthropicSerif"/>
              </a:defRPr>
            </a:pPr>
            <a:r>
              <a:t>Load documents and split into chunks (e.g., 500-word segments with overlap)</a:t>
            </a:r>
          </a:p>
          <a:p>
            <a:pPr lvl="1">
              <a:defRPr>
                <a:latin typeface="anthropicSerif"/>
              </a:defRPr>
            </a:pPr>
            <a:r>
              <a:t>Convert chunks to embeddings using an embedding model</a:t>
            </a:r>
          </a:p>
          <a:p>
            <a:pPr lvl="1">
              <a:defRPr>
                <a:latin typeface="anthropicSerif"/>
              </a:defRPr>
            </a:pPr>
            <a:r>
              <a:t>Store embeddings in a vector database</a:t>
            </a:r>
          </a:p>
          <a:p>
            <a:r>
              <a:rPr b="1"/>
              <a:t>Phase 2: Query (Every request)</a:t>
            </a:r>
          </a:p>
          <a:p>
            <a:pPr lvl="1">
              <a:defRPr>
                <a:latin typeface="anthropicSerif"/>
              </a:defRPr>
            </a:pPr>
            <a:r>
              <a:t>User asks a question</a:t>
            </a:r>
          </a:p>
          <a:p>
            <a:pPr lvl="1">
              <a:defRPr>
                <a:latin typeface="anthropicSerif"/>
              </a:defRPr>
            </a:pPr>
            <a:r>
              <a:t>Convert question to embedding using the same model</a:t>
            </a:r>
          </a:p>
          <a:p>
            <a:pPr lvl="1">
              <a:defRPr>
                <a:latin typeface="anthropicSerif"/>
              </a:defRPr>
            </a:pPr>
            <a:r>
              <a:t>Search vector database for similar chunks (semantic search)</a:t>
            </a:r>
          </a:p>
          <a:p>
            <a:pPr lvl="1">
              <a:defRPr>
                <a:latin typeface="anthropicSerif"/>
              </a:defRPr>
            </a:pPr>
            <a:r>
              <a:t>Retrieve top 3-5 most relevant chunks</a:t>
            </a:r>
          </a:p>
          <a:p>
            <a:pPr lvl="1">
              <a:defRPr>
                <a:latin typeface="anthropicSerif"/>
              </a:defRPr>
            </a:pPr>
            <a:r>
              <a:t>LLM generates answer combining query + retrieved chunks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b="1"/>
              <a:t>Document Store / Knowledge Base</a:t>
            </a:r>
          </a:p>
          <a:p>
            <a:pPr lvl="1">
              <a:defRPr>
                <a:latin typeface="anthropicSerif"/>
              </a:defRPr>
            </a:pPr>
            <a:r>
              <a:t>Collection of documents, PDFs, web pages, or structured data that serves as the source of information</a:t>
            </a:r>
          </a:p>
          <a:p>
            <a:r>
              <a:rPr b="1"/>
              <a:t>Embedding Model</a:t>
            </a:r>
          </a:p>
          <a:p>
            <a:pPr lvl="1">
              <a:defRPr>
                <a:latin typeface="anthropicSerif"/>
              </a:defRPr>
            </a:pPr>
            <a:r>
              <a:t>Converts text into numerical vectors (embeddings) that capture semantic meaning</a:t>
            </a:r>
          </a:p>
          <a:p>
            <a:r>
              <a:rPr b="1"/>
              <a:t>Vector Database</a:t>
            </a:r>
          </a:p>
          <a:p>
            <a:pPr lvl="1">
              <a:defRPr>
                <a:latin typeface="anthropicSerif"/>
              </a:defRPr>
            </a:pPr>
            <a:r>
              <a:t>Stores and indexes embeddings for fast similarity search (e.g., Pinecone, Weaviate, ChromaDB)</a:t>
            </a:r>
          </a:p>
          <a:p>
            <a:r>
              <a:rPr b="1"/>
              <a:t>Large Language Model (LLM)</a:t>
            </a:r>
          </a:p>
          <a:p>
            <a:pPr lvl="1">
              <a:defRPr>
                <a:latin typeface="anthropicSerif"/>
              </a:defRPr>
            </a:pPr>
            <a:r>
              <a:t>The AI model that generates the final response using both the user query and retrieved context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Benefits</a:t>
            </a:r>
          </a:p>
          <a:p>
            <a:pPr lvl="1">
              <a:defRPr>
                <a:latin typeface="anthropicSerif"/>
              </a:defRPr>
            </a:pPr>
            <a:r>
              <a:t>Up-to-date information without retraining the model</a:t>
            </a:r>
          </a:p>
          <a:p>
            <a:pPr lvl="1">
              <a:defRPr>
                <a:latin typeface="anthropicSerif"/>
              </a:defRPr>
            </a:pPr>
            <a:r>
              <a:t>Reduces hallucinations by grounding responses in real documents</a:t>
            </a:r>
          </a:p>
          <a:p>
            <a:pPr lvl="1">
              <a:defRPr>
                <a:latin typeface="anthropicSerif"/>
              </a:defRPr>
            </a:pPr>
            <a:r>
              <a:t>Provides source citations for transparency</a:t>
            </a:r>
          </a:p>
          <a:p>
            <a:pPr lvl="1">
              <a:defRPr>
                <a:latin typeface="anthropicSerif"/>
              </a:defRPr>
            </a:pPr>
            <a:r>
              <a:t>Cost-effective compared to fine-tuning large models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Drawbacks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Retrieval quality bottleneck - System performance is limited by the quality of the retrieval mechanism</a:t>
            </a:r>
          </a:p>
          <a:p>
            <a:r>
              <a:t>Context window limitations - Retrieved documents must fit within the model's context window</a:t>
            </a:r>
          </a:p>
          <a:p>
            <a:r>
              <a:t>Increased complexity - Requires managing additional infrastructure (vector databases, embedding models)</a:t>
            </a:r>
          </a:p>
          <a:p>
            <a:r>
              <a:t>Higher latency - Retrieval step adds processing time to each query</a:t>
            </a:r>
          </a:p>
          <a:p>
            <a:r>
              <a:t>Relevance drift - Retrieved documents may not always be relevant to the specific query</a:t>
            </a:r>
          </a:p>
          <a:p>
            <a:r>
              <a:t>Maintenance overhead - Knowledge base must be kept current and accurate</a:t>
            </a:r>
          </a:p>
          <a:p>
            <a:r>
              <a:t>Cost considerations - Storage and compute costs for embeddings and vector search</a:t>
            </a:r>
          </a:p>
          <a:p>
            <a:r>
              <a:t>Chunking challenges - Poor chunking can split important context across boundaries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F0D9C-D3E6-37FA-DB48-54D5422F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TikTok – mlgonzo1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A1D5E-D5DF-8A16-6B31-AE22BA5A0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Understanding RAG Pipelines in AI Development | TikTok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93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14BA9-10E4-286C-C8A7-63B255BF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The Future of RAG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FA602-0CBE-0D16-8170-67B6779EA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674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Current State of RAG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Moving from "proof of concept" to sophisticated implementations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RAG combines retrieval systems with generative AI models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Enhances AI responses with external, up-to-date knowledge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Critical for reducing hallucinations and improving accuracy</a:t>
            </a:r>
            <a:endParaRPr lang="en-US"/>
          </a:p>
          <a:p>
            <a:endParaRPr lang="en-US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BD4D50CF-178E-4A95-7760-B51F1D046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433" y="0"/>
            <a:ext cx="5486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21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D518-1295-FEB2-3600-D7B52942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Naive RAG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b="1">
                <a:ea typeface="+mj-lt"/>
                <a:cs typeface="+mj-lt"/>
              </a:rPr>
              <a:t>The Basic Approach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E277F-3D5C-B1D4-9C20-4B871048E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03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How it works: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You ask a question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System searches documents and finds relevant chunks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AI reads the information and generates an answer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Simple analogy:</a:t>
            </a:r>
            <a:r>
              <a:rPr lang="en-US">
                <a:ea typeface="+mn-lt"/>
                <a:cs typeface="+mn-lt"/>
              </a:rPr>
              <a:t> Asking a librarian to find books on a topic, then reading those books to answer your question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Characteristics:</a:t>
            </a:r>
            <a:r>
              <a:rPr lang="en-US">
                <a:ea typeface="+mn-lt"/>
                <a:cs typeface="+mn-lt"/>
              </a:rPr>
              <a:t> Straightforward and simple - the foundation of all RAG systems</a:t>
            </a:r>
            <a:endParaRPr lang="en-US"/>
          </a:p>
          <a:p>
            <a:endParaRPr lang="en-US"/>
          </a:p>
        </p:txBody>
      </p:sp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CE3F2AB-75C3-4568-500F-4B0484DAC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213" y="1357313"/>
            <a:ext cx="340995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31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8525-2B84-E317-3269-1B7E8315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Retrieve-and-</a:t>
            </a:r>
            <a:r>
              <a:rPr lang="en-US" sz="4000" b="1" err="1">
                <a:ea typeface="+mj-lt"/>
                <a:cs typeface="+mj-lt"/>
              </a:rPr>
              <a:t>Rerank</a:t>
            </a:r>
            <a:r>
              <a:rPr lang="en-US" sz="4000">
                <a:ea typeface="+mj-lt"/>
                <a:cs typeface="+mj-lt"/>
              </a:rPr>
              <a:t> </a:t>
            </a:r>
            <a:r>
              <a:rPr lang="en-US" sz="4000" b="1">
                <a:ea typeface="+mj-lt"/>
                <a:cs typeface="+mj-lt"/>
              </a:rPr>
              <a:t>Adding Quality Control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BD50B-2CDE-0B1D-2A44-BA6920F53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62875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>
                <a:ea typeface="+mn-lt"/>
                <a:cs typeface="+mn-lt"/>
              </a:rPr>
              <a:t>How it works: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Retrieves relevant information like Naive RAG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Adds an extra step: re-evaluates and ranks results by quality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Only the most relevant information goes to the AI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Simple analogy:</a:t>
            </a:r>
            <a:r>
              <a:rPr lang="en-US">
                <a:ea typeface="+mn-lt"/>
                <a:cs typeface="+mn-lt"/>
              </a:rPr>
              <a:t> A librarian who not only finds books, but skims them and hands you only the most relevant pages in order of importance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Key improvement:</a:t>
            </a:r>
            <a:r>
              <a:rPr lang="en-US">
                <a:ea typeface="+mn-lt"/>
                <a:cs typeface="+mn-lt"/>
              </a:rPr>
              <a:t> Better information quality through ranking</a:t>
            </a:r>
            <a:endParaRPr lang="en-US"/>
          </a:p>
          <a:p>
            <a:endParaRPr lang="en-US"/>
          </a:p>
        </p:txBody>
      </p:sp>
      <p:pic>
        <p:nvPicPr>
          <p:cNvPr id="4" name="Picture 3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CF1918B2-D99E-3A5B-2273-CAB735E0E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663" y="1314450"/>
            <a:ext cx="333375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70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0046-1425-F14E-5BCC-F3B34C4C5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Multimodal RAG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b="1">
                <a:ea typeface="+mj-lt"/>
                <a:cs typeface="+mj-lt"/>
              </a:rPr>
              <a:t>Beyond Text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5B28-AAE9-E0F3-F856-21375A7C6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3775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ea typeface="+mn-lt"/>
                <a:cs typeface="+mn-lt"/>
              </a:rPr>
              <a:t>How it works: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Handles multiple content types: text, images, videos, audio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Can accept queries with mixed media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Retrieves and processes different formats together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Simple analogy:</a:t>
            </a:r>
            <a:r>
              <a:rPr lang="en-US">
                <a:ea typeface="+mn-lt"/>
                <a:cs typeface="+mn-lt"/>
              </a:rPr>
              <a:t> A librarian who helps with books, photographs, videos, and audio recordings all at once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Key capability:</a:t>
            </a:r>
            <a:r>
              <a:rPr lang="en-US">
                <a:ea typeface="+mn-lt"/>
                <a:cs typeface="+mn-lt"/>
              </a:rPr>
              <a:t> Works with any type of content, not just text</a:t>
            </a:r>
            <a:endParaRPr lang="en-US"/>
          </a:p>
          <a:p>
            <a:endParaRPr lang="en-US"/>
          </a:p>
        </p:txBody>
      </p:sp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CB384695-E3F1-4BB5-3065-25DAE3807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388" y="909638"/>
            <a:ext cx="359092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951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98139-975B-10C7-6E3E-E5BCF3DC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Graph RAG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b="1">
                <a:ea typeface="+mj-lt"/>
                <a:cs typeface="+mj-lt"/>
              </a:rPr>
              <a:t>Understanding Relationships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CA7BC-879C-CAB8-CBF2-4AE92E3EF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9425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>
                <a:ea typeface="+mn-lt"/>
                <a:cs typeface="+mn-lt"/>
              </a:rPr>
              <a:t>How it works: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Maps connections between pieces of information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Understands how concepts relate to each other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Retrieves information based on relationships, not just similarity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Simple analogy:</a:t>
            </a:r>
            <a:r>
              <a:rPr lang="en-US">
                <a:ea typeface="+mn-lt"/>
                <a:cs typeface="+mn-lt"/>
              </a:rPr>
              <a:t> A mind map or family tree showing how different pieces of knowledge connect, not just isolated facts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Key advantage:</a:t>
            </a:r>
            <a:r>
              <a:rPr lang="en-US">
                <a:ea typeface="+mn-lt"/>
                <a:cs typeface="+mn-lt"/>
              </a:rPr>
              <a:t> Captures context through relationships and dependencies</a:t>
            </a:r>
            <a:endParaRPr lang="en-US"/>
          </a:p>
          <a:p>
            <a:endParaRPr lang="en-US"/>
          </a:p>
        </p:txBody>
      </p:sp>
      <p:pic>
        <p:nvPicPr>
          <p:cNvPr id="4" name="Picture 3" descr="A diagram of a software flowchart&#10;&#10;AI-generated content may be incorrect.">
            <a:extLst>
              <a:ext uri="{FF2B5EF4-FFF2-40B4-BE49-F238E27FC236}">
                <a16:creationId xmlns:a16="http://schemas.microsoft.com/office/drawing/2014/main" id="{136EB92D-B89D-A605-3894-F5B89B88B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0" y="1481138"/>
            <a:ext cx="467677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91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EC34-9FE0-E991-FE59-6096C6155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Hybrid RAG</a:t>
            </a:r>
            <a:r>
              <a:rPr lang="en-US" sz="4000">
                <a:ea typeface="+mj-lt"/>
                <a:cs typeface="+mj-lt"/>
              </a:rPr>
              <a:t> </a:t>
            </a:r>
            <a:r>
              <a:rPr lang="en-US" sz="4000" b="1">
                <a:ea typeface="+mj-lt"/>
                <a:cs typeface="+mj-lt"/>
              </a:rPr>
              <a:t>Combining Multiple Approaches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9F3DC-E5CE-70B8-2D52-17D12AAF6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62775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>
                <a:ea typeface="+mn-lt"/>
                <a:cs typeface="+mn-lt"/>
              </a:rPr>
              <a:t>How it works: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Uses multiple retrieval strategies simultaneously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Might combine similarity search with relationship understanding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Flexible - uses whichever method works best for the question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Simple analogy:</a:t>
            </a:r>
            <a:r>
              <a:rPr lang="en-US">
                <a:ea typeface="+mn-lt"/>
                <a:cs typeface="+mn-lt"/>
              </a:rPr>
              <a:t> Having both a traditional library catalog AND a librarian who knows how topics connect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Key strength:</a:t>
            </a:r>
            <a:r>
              <a:rPr lang="en-US">
                <a:ea typeface="+mn-lt"/>
                <a:cs typeface="+mn-lt"/>
              </a:rPr>
              <a:t> Adaptability through multiple methods</a:t>
            </a:r>
            <a:endParaRPr lang="en-US"/>
          </a:p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29D60D-2F62-FBEE-BE20-1ED6D8651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613" y="1466850"/>
            <a:ext cx="4238625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32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5736-F097-DB57-019D-3BE40C7F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Agentic RAG (Router)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b="1">
                <a:ea typeface="+mj-lt"/>
                <a:cs typeface="+mj-lt"/>
              </a:rPr>
              <a:t>Intelligent Routing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C07F6-18E8-67EC-E2D5-326E931CF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43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ea typeface="+mn-lt"/>
                <a:cs typeface="+mn-lt"/>
              </a:rPr>
              <a:t>How it works: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Analyzes the question first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Decides which retrieval method is most appropriate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Routes the query to the best strategy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Simple analogy:</a:t>
            </a:r>
            <a:r>
              <a:rPr lang="en-US">
                <a:ea typeface="+mn-lt"/>
                <a:cs typeface="+mn-lt"/>
              </a:rPr>
              <a:t> A reference desk that directs you to different library departments based on what you're looking for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Key feature:</a:t>
            </a:r>
            <a:r>
              <a:rPr lang="en-US">
                <a:ea typeface="+mn-lt"/>
                <a:cs typeface="+mn-lt"/>
              </a:rPr>
              <a:t> Smart decision-making about retrieval approach</a:t>
            </a:r>
            <a:endParaRPr lang="en-US"/>
          </a:p>
          <a:p>
            <a:endParaRPr lang="en-US"/>
          </a:p>
        </p:txBody>
      </p:sp>
      <p:pic>
        <p:nvPicPr>
          <p:cNvPr id="4" name="Picture 3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E7B7516A-2A69-3B1A-12A5-3968FEB9C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825" y="1543050"/>
            <a:ext cx="441007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78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44E4-4689-4EB1-024E-134D7A36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ea typeface="+mj-lt"/>
                <a:cs typeface="+mj-lt"/>
              </a:rPr>
              <a:t>Agentic RAG (Multi-Agent)</a:t>
            </a:r>
            <a:r>
              <a:rPr lang="en-US" sz="3600">
                <a:ea typeface="+mj-lt"/>
                <a:cs typeface="+mj-lt"/>
              </a:rPr>
              <a:t> </a:t>
            </a:r>
            <a:r>
              <a:rPr lang="en-US" sz="3600" b="1">
                <a:ea typeface="+mj-lt"/>
                <a:cs typeface="+mj-lt"/>
              </a:rPr>
              <a:t>Coordinated Specialists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70B11-B4F5-C6D3-A66D-63134B910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0950" cy="435133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b="1">
                <a:ea typeface="+mn-lt"/>
                <a:cs typeface="+mn-lt"/>
              </a:rPr>
              <a:t>How it works: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Multiple AI agents with different capabilities work together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Each agent uses different tools: vector search, web search, email, Slack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Agents coordinate to gather comprehensive information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Simple analogy:</a:t>
            </a:r>
            <a:r>
              <a:rPr lang="en-US">
                <a:ea typeface="+mn-lt"/>
                <a:cs typeface="+mn-lt"/>
              </a:rPr>
              <a:t> A research team where different people check different sources and share their findings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Key capability:</a:t>
            </a:r>
            <a:r>
              <a:rPr lang="en-US">
                <a:ea typeface="+mn-lt"/>
                <a:cs typeface="+mn-lt"/>
              </a:rPr>
              <a:t> Most sophisticated - multiple specialists collaborating</a:t>
            </a:r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122C0-FD81-56BB-C8AC-D5724E687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838" y="1962150"/>
            <a:ext cx="77724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27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D4C20-785B-C3A9-BAA2-25E337BA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6C8B5837-A633-9686-2999-95594A851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8749" y="-1087"/>
            <a:ext cx="5424939" cy="6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53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9EB2-9A79-3ED7-6962-08F7722F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Evolution of RAG Architectures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CE8D8-BECE-7AFE-0C7F-4B776AA65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ea typeface="+mn-lt"/>
                <a:cs typeface="+mn-lt"/>
              </a:rPr>
              <a:t>Progression of complexity: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Naive: Simple and straightforward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Retrieve-and-</a:t>
            </a:r>
            <a:r>
              <a:rPr lang="en-US" err="1">
                <a:ea typeface="+mn-lt"/>
                <a:cs typeface="+mn-lt"/>
              </a:rPr>
              <a:t>rerank</a:t>
            </a:r>
            <a:r>
              <a:rPr lang="en-US">
                <a:ea typeface="+mn-lt"/>
                <a:cs typeface="+mn-lt"/>
              </a:rPr>
              <a:t>: Adds quality control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Multimodal: Handles different content types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Graph: Understands relationships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Hybrid: Combines multiple approaches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Agentic Router: Makes smart decisions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Multi-Agent: Multiple specialists working together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Trade-off:</a:t>
            </a:r>
            <a:r>
              <a:rPr lang="en-US">
                <a:ea typeface="+mn-lt"/>
                <a:cs typeface="+mn-lt"/>
              </a:rPr>
              <a:t> Simplicity vs. sophisticated retrieval capabilities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34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Retrieval Augmented Generation  (RAG)</vt:lpstr>
      <vt:lpstr>Agenda</vt:lpstr>
      <vt:lpstr>What is RAG?</vt:lpstr>
      <vt:lpstr>Types of RAG</vt:lpstr>
      <vt:lpstr>Web RAG - Web Augmented Generation</vt:lpstr>
      <vt:lpstr>Traditional RAG</vt:lpstr>
      <vt:lpstr>Why RAG matters</vt:lpstr>
      <vt:lpstr>RAG Workflow</vt:lpstr>
      <vt:lpstr>RAG Pipeline: Document Loading</vt:lpstr>
      <vt:lpstr>RAG Pipeline: Text Chunking</vt:lpstr>
      <vt:lpstr>RAG Chunking with Overlap Example</vt:lpstr>
      <vt:lpstr>RAG Pipeline: Creating Embeddings</vt:lpstr>
      <vt:lpstr>Vector Embedding Example</vt:lpstr>
      <vt:lpstr>Vector Embedding Example Continued</vt:lpstr>
      <vt:lpstr>RAG Pipeline: Vector Database</vt:lpstr>
      <vt:lpstr>Vector Database Visualized</vt:lpstr>
      <vt:lpstr>RAG Pipeline (Phase 2): Query Embedding</vt:lpstr>
      <vt:lpstr>RAG Pipeline: Vector Search and Retrieval</vt:lpstr>
      <vt:lpstr>RAG Pipeline: LLM Generation</vt:lpstr>
      <vt:lpstr>RAG Process Step-by-Step</vt:lpstr>
      <vt:lpstr>Key Components of RAG</vt:lpstr>
      <vt:lpstr>Benefits of RAG</vt:lpstr>
      <vt:lpstr>Drawbacks of RAG</vt:lpstr>
      <vt:lpstr>TikTok – mlgonzo1</vt:lpstr>
      <vt:lpstr>The Future of RAG</vt:lpstr>
      <vt:lpstr>Naive RAG The Basic Approach</vt:lpstr>
      <vt:lpstr>Retrieve-and-Rerank Adding Quality Control</vt:lpstr>
      <vt:lpstr>Multimodal RAG Beyond Text</vt:lpstr>
      <vt:lpstr>Graph RAG Understanding Relationships</vt:lpstr>
      <vt:lpstr>Hybrid RAG Combining Multiple Approaches</vt:lpstr>
      <vt:lpstr>Agentic RAG (Router) Intelligent Routing</vt:lpstr>
      <vt:lpstr>Agentic RAG (Multi-Agent) Coordinated Specialists</vt:lpstr>
      <vt:lpstr>PowerPoint Presentation</vt:lpstr>
      <vt:lpstr>Evolution of RAG Architectures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Cregg</dc:creator>
  <cp:revision>1</cp:revision>
  <dcterms:created xsi:type="dcterms:W3CDTF">2025-10-05T21:37:56Z</dcterms:created>
  <dcterms:modified xsi:type="dcterms:W3CDTF">2025-10-09T11:04:11Z</dcterms:modified>
</cp:coreProperties>
</file>